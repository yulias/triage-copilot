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1" r:id="rId3"/>
    <p:sldId id="277" r:id="rId4"/>
    <p:sldId id="281" r:id="rId5"/>
    <p:sldId id="280" r:id="rId6"/>
    <p:sldId id="275" r:id="rId7"/>
    <p:sldId id="263" r:id="rId8"/>
    <p:sldId id="267" r:id="rId9"/>
    <p:sldId id="274" r:id="rId10"/>
    <p:sldId id="270" r:id="rId11"/>
    <p:sldId id="273" r:id="rId12"/>
    <p:sldId id="271" r:id="rId13"/>
    <p:sldId id="276" r:id="rId14"/>
    <p:sldId id="279" r:id="rId15"/>
    <p:sldId id="264" r:id="rId16"/>
    <p:sldId id="268" r:id="rId17"/>
    <p:sldId id="257" r:id="rId18"/>
    <p:sldId id="258" r:id="rId19"/>
    <p:sldId id="259" r:id="rId20"/>
    <p:sldId id="260" r:id="rId21"/>
    <p:sldId id="266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" dt="2026-10-28T15:07:09.941"/>
    <p1510:client id="{1166E491-0FF2-4B86-8EC7-29B7DEFADDA2}" v="2640" dt="2026-10-28T16:01:22.627"/>
    <p1510:client id="{3A77CFBC-C555-77A5-18F7-88C0E2C67ED9}" v="779" dt="2026-10-28T14:51:52.187"/>
    <p1510:client id="{804ACF31-A95A-4D19-9E5C-C257CBFE58C2}" v="456" dt="2026-10-28T14:14:34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g, Tracy : BUK CDAO" userId="34f3307a-9cbf-4039-aa0d-fa274f3026a1" providerId="ADAL" clId="{6D1B1B1A-2A7E-4AF3-BCFD-51C91CD030AA}"/>
    <pc:docChg chg="undo custSel modSld">
      <pc:chgData name="Wong, Tracy : BUK CDAO" userId="34f3307a-9cbf-4039-aa0d-fa274f3026a1" providerId="ADAL" clId="{6D1B1B1A-2A7E-4AF3-BCFD-51C91CD030AA}" dt="2026-10-28T14:14:34.688" v="455" actId="1076"/>
      <pc:docMkLst>
        <pc:docMk/>
      </pc:docMkLst>
      <pc:sldChg chg="addSp delSp modSp mod setBg">
        <pc:chgData name="Wong, Tracy : BUK CDAO" userId="34f3307a-9cbf-4039-aa0d-fa274f3026a1" providerId="ADAL" clId="{6D1B1B1A-2A7E-4AF3-BCFD-51C91CD030AA}" dt="2026-10-28T14:14:34.688" v="455" actId="1076"/>
        <pc:sldMkLst>
          <pc:docMk/>
          <pc:sldMk cId="3451102614" sldId="270"/>
        </pc:sldMkLst>
        <pc:spChg chg="mod">
          <ac:chgData name="Wong, Tracy : BUK CDAO" userId="34f3307a-9cbf-4039-aa0d-fa274f3026a1" providerId="ADAL" clId="{6D1B1B1A-2A7E-4AF3-BCFD-51C91CD030AA}" dt="2026-10-28T13:55:58.926" v="79" actId="313"/>
          <ac:spMkLst>
            <pc:docMk/>
            <pc:sldMk cId="3451102614" sldId="270"/>
            <ac:spMk id="2" creationId="{C74A192D-B953-6486-355A-5495AC0EC3B6}"/>
          </ac:spMkLst>
        </pc:spChg>
        <pc:spChg chg="add del mod">
          <ac:chgData name="Wong, Tracy : BUK CDAO" userId="34f3307a-9cbf-4039-aa0d-fa274f3026a1" providerId="ADAL" clId="{6D1B1B1A-2A7E-4AF3-BCFD-51C91CD030AA}" dt="2026-10-28T14:14:34.688" v="455" actId="1076"/>
          <ac:spMkLst>
            <pc:docMk/>
            <pc:sldMk cId="3451102614" sldId="270"/>
            <ac:spMk id="3" creationId="{5876659C-0873-DE51-03C6-77BDEE2E40B6}"/>
          </ac:spMkLst>
        </pc:spChg>
        <pc:spChg chg="add mod">
          <ac:chgData name="Wong, Tracy : BUK CDAO" userId="34f3307a-9cbf-4039-aa0d-fa274f3026a1" providerId="ADAL" clId="{6D1B1B1A-2A7E-4AF3-BCFD-51C91CD030AA}" dt="2026-10-28T14:11:31.603" v="424" actId="20577"/>
          <ac:spMkLst>
            <pc:docMk/>
            <pc:sldMk cId="3451102614" sldId="270"/>
            <ac:spMk id="7" creationId="{726130F7-23CD-CA09-2B0A-712E8BAE7A46}"/>
          </ac:spMkLst>
        </pc:spChg>
        <pc:spChg chg="add del">
          <ac:chgData name="Wong, Tracy : BUK CDAO" userId="34f3307a-9cbf-4039-aa0d-fa274f3026a1" providerId="ADAL" clId="{6D1B1B1A-2A7E-4AF3-BCFD-51C91CD030AA}" dt="2026-10-28T14:06:57.597" v="394" actId="11529"/>
          <ac:spMkLst>
            <pc:docMk/>
            <pc:sldMk cId="3451102614" sldId="270"/>
            <ac:spMk id="9" creationId="{5D8B5048-E8F2-F624-52C7-B05F70CD4A71}"/>
          </ac:spMkLst>
        </pc:spChg>
        <pc:spChg chg="add del">
          <ac:chgData name="Wong, Tracy : BUK CDAO" userId="34f3307a-9cbf-4039-aa0d-fa274f3026a1" providerId="ADAL" clId="{6D1B1B1A-2A7E-4AF3-BCFD-51C91CD030AA}" dt="2026-10-28T13:54:31.161" v="28" actId="26606"/>
          <ac:spMkLst>
            <pc:docMk/>
            <pc:sldMk cId="3451102614" sldId="270"/>
            <ac:spMk id="10" creationId="{2B97F24A-32CE-4C1C-A50D-3016B394DCFB}"/>
          </ac:spMkLst>
        </pc:spChg>
        <pc:spChg chg="add del">
          <ac:chgData name="Wong, Tracy : BUK CDAO" userId="34f3307a-9cbf-4039-aa0d-fa274f3026a1" providerId="ADAL" clId="{6D1B1B1A-2A7E-4AF3-BCFD-51C91CD030AA}" dt="2026-10-28T13:54:31.161" v="28" actId="26606"/>
          <ac:spMkLst>
            <pc:docMk/>
            <pc:sldMk cId="3451102614" sldId="270"/>
            <ac:spMk id="12" creationId="{CD8B4F24-440B-49E9-B85D-733523DC064B}"/>
          </ac:spMkLst>
        </pc:spChg>
        <pc:spChg chg="add del">
          <ac:chgData name="Wong, Tracy : BUK CDAO" userId="34f3307a-9cbf-4039-aa0d-fa274f3026a1" providerId="ADAL" clId="{6D1B1B1A-2A7E-4AF3-BCFD-51C91CD030AA}" dt="2026-10-28T13:54:39.179" v="32" actId="26606"/>
          <ac:spMkLst>
            <pc:docMk/>
            <pc:sldMk cId="3451102614" sldId="270"/>
            <ac:spMk id="14" creationId="{8D9CE0F4-2EB2-4F1F-8AAC-DB3571D9FE10}"/>
          </ac:spMkLst>
        </pc:spChg>
        <pc:spChg chg="add del">
          <ac:chgData name="Wong, Tracy : BUK CDAO" userId="34f3307a-9cbf-4039-aa0d-fa274f3026a1" providerId="ADAL" clId="{6D1B1B1A-2A7E-4AF3-BCFD-51C91CD030AA}" dt="2026-10-28T13:54:39.179" v="32" actId="26606"/>
          <ac:spMkLst>
            <pc:docMk/>
            <pc:sldMk cId="3451102614" sldId="270"/>
            <ac:spMk id="15" creationId="{0B9EE3F3-89B7-43C3-8651-C4C96830993D}"/>
          </ac:spMkLst>
        </pc:spChg>
        <pc:spChg chg="add del">
          <ac:chgData name="Wong, Tracy : BUK CDAO" userId="34f3307a-9cbf-4039-aa0d-fa274f3026a1" providerId="ADAL" clId="{6D1B1B1A-2A7E-4AF3-BCFD-51C91CD030AA}" dt="2026-10-28T13:54:39.179" v="32" actId="26606"/>
          <ac:spMkLst>
            <pc:docMk/>
            <pc:sldMk cId="3451102614" sldId="270"/>
            <ac:spMk id="16" creationId="{33AE4636-AEEC-45D6-84D4-7AC2DA48ECF8}"/>
          </ac:spMkLst>
        </pc:spChg>
        <pc:graphicFrameChg chg="add mod modGraphic">
          <ac:chgData name="Wong, Tracy : BUK CDAO" userId="34f3307a-9cbf-4039-aa0d-fa274f3026a1" providerId="ADAL" clId="{6D1B1B1A-2A7E-4AF3-BCFD-51C91CD030AA}" dt="2026-10-28T14:12:12.636" v="436" actId="1076"/>
          <ac:graphicFrameMkLst>
            <pc:docMk/>
            <pc:sldMk cId="3451102614" sldId="270"/>
            <ac:graphicFrameMk id="8" creationId="{DB581D9B-4EB8-72B5-7F48-0ED815BF7E48}"/>
          </ac:graphicFrameMkLst>
        </pc:graphicFrameChg>
        <pc:picChg chg="add mod">
          <ac:chgData name="Wong, Tracy : BUK CDAO" userId="34f3307a-9cbf-4039-aa0d-fa274f3026a1" providerId="ADAL" clId="{6D1B1B1A-2A7E-4AF3-BCFD-51C91CD030AA}" dt="2026-10-28T13:53:58.671" v="23"/>
          <ac:picMkLst>
            <pc:docMk/>
            <pc:sldMk cId="3451102614" sldId="270"/>
            <ac:picMk id="4" creationId="{C815ACEA-835A-E3FB-9D79-E91C1C4C03E6}"/>
          </ac:picMkLst>
        </pc:picChg>
        <pc:picChg chg="add del mod">
          <ac:chgData name="Wong, Tracy : BUK CDAO" userId="34f3307a-9cbf-4039-aa0d-fa274f3026a1" providerId="ADAL" clId="{6D1B1B1A-2A7E-4AF3-BCFD-51C91CD030AA}" dt="2026-10-28T13:54:40.180" v="34" actId="22"/>
          <ac:picMkLst>
            <pc:docMk/>
            <pc:sldMk cId="3451102614" sldId="270"/>
            <ac:picMk id="5" creationId="{EF0B38E0-1135-7AEB-B9F9-72F9C94EC1B9}"/>
          </ac:picMkLst>
        </pc:picChg>
        <pc:picChg chg="add mod">
          <ac:chgData name="Wong, Tracy : BUK CDAO" userId="34f3307a-9cbf-4039-aa0d-fa274f3026a1" providerId="ADAL" clId="{6D1B1B1A-2A7E-4AF3-BCFD-51C91CD030AA}" dt="2026-10-28T13:57:24.089" v="96" actId="14100"/>
          <ac:picMkLst>
            <pc:docMk/>
            <pc:sldMk cId="3451102614" sldId="270"/>
            <ac:picMk id="6" creationId="{CEDB555F-01F5-7B07-A92A-59E166F19A22}"/>
          </ac:picMkLst>
        </pc:picChg>
      </pc:sldChg>
    </pc:docChg>
  </pc:docChgLst>
  <pc:docChgLst>
    <pc:chgData name="Katsara, Annita : BUK CDAO" userId="5a1071c6-7367-42cb-aac1-1ea479ec2dd6" providerId="ADAL" clId="{D73229C3-2BD4-45B7-A9B4-CFC8ECC4D76C}"/>
    <pc:docChg chg="undo custSel addSld delSld modSld sldOrd modNotesMaster">
      <pc:chgData name="Katsara, Annita : BUK CDAO" userId="5a1071c6-7367-42cb-aac1-1ea479ec2dd6" providerId="ADAL" clId="{D73229C3-2BD4-45B7-A9B4-CFC8ECC4D76C}" dt="2026-10-28T16:01:22.627" v="2786" actId="20577"/>
      <pc:docMkLst>
        <pc:docMk/>
      </pc:docMkLst>
      <pc:sldChg chg="addSp delSp modSp new mod">
        <pc:chgData name="Katsara, Annita : BUK CDAO" userId="5a1071c6-7367-42cb-aac1-1ea479ec2dd6" providerId="ADAL" clId="{D73229C3-2BD4-45B7-A9B4-CFC8ECC4D76C}" dt="2026-10-27T14:38:31.960" v="24" actId="14100"/>
        <pc:sldMkLst>
          <pc:docMk/>
          <pc:sldMk cId="2780601211" sldId="257"/>
        </pc:sldMkLst>
        <pc:spChg chg="del">
          <ac:chgData name="Katsara, Annita : BUK CDAO" userId="5a1071c6-7367-42cb-aac1-1ea479ec2dd6" providerId="ADAL" clId="{D73229C3-2BD4-45B7-A9B4-CFC8ECC4D76C}" dt="2026-10-27T14:35:44.569" v="1" actId="478"/>
          <ac:spMkLst>
            <pc:docMk/>
            <pc:sldMk cId="2780601211" sldId="257"/>
            <ac:spMk id="2" creationId="{539A6A3D-AF35-EF73-832A-CA9FE6AC5CA5}"/>
          </ac:spMkLst>
        </pc:spChg>
        <pc:spChg chg="del">
          <ac:chgData name="Katsara, Annita : BUK CDAO" userId="5a1071c6-7367-42cb-aac1-1ea479ec2dd6" providerId="ADAL" clId="{D73229C3-2BD4-45B7-A9B4-CFC8ECC4D76C}" dt="2026-10-27T14:35:45.744" v="2" actId="478"/>
          <ac:spMkLst>
            <pc:docMk/>
            <pc:sldMk cId="2780601211" sldId="257"/>
            <ac:spMk id="3" creationId="{562BDBDE-7197-437C-E2FF-0FA960D3D167}"/>
          </ac:spMkLst>
        </pc:spChg>
        <pc:picChg chg="add del mod">
          <ac:chgData name="Katsara, Annita : BUK CDAO" userId="5a1071c6-7367-42cb-aac1-1ea479ec2dd6" providerId="ADAL" clId="{D73229C3-2BD4-45B7-A9B4-CFC8ECC4D76C}" dt="2026-10-27T14:36:35.341" v="9" actId="478"/>
          <ac:picMkLst>
            <pc:docMk/>
            <pc:sldMk cId="2780601211" sldId="257"/>
            <ac:picMk id="5" creationId="{5FE27FEA-A55B-0070-A70D-712167F96075}"/>
          </ac:picMkLst>
        </pc:picChg>
        <pc:picChg chg="add mod">
          <ac:chgData name="Katsara, Annita : BUK CDAO" userId="5a1071c6-7367-42cb-aac1-1ea479ec2dd6" providerId="ADAL" clId="{D73229C3-2BD4-45B7-A9B4-CFC8ECC4D76C}" dt="2026-10-27T14:37:32.770" v="15" actId="14100"/>
          <ac:picMkLst>
            <pc:docMk/>
            <pc:sldMk cId="2780601211" sldId="257"/>
            <ac:picMk id="7" creationId="{6F439F06-F8F3-0140-4DC0-5F36F6554934}"/>
          </ac:picMkLst>
        </pc:picChg>
        <pc:picChg chg="add mod">
          <ac:chgData name="Katsara, Annita : BUK CDAO" userId="5a1071c6-7367-42cb-aac1-1ea479ec2dd6" providerId="ADAL" clId="{D73229C3-2BD4-45B7-A9B4-CFC8ECC4D76C}" dt="2026-10-27T14:37:41.138" v="17" actId="14100"/>
          <ac:picMkLst>
            <pc:docMk/>
            <pc:sldMk cId="2780601211" sldId="257"/>
            <ac:picMk id="9" creationId="{449BE2B9-FC5F-7B64-8D0A-4543C51965C7}"/>
          </ac:picMkLst>
        </pc:picChg>
        <pc:picChg chg="add del mod">
          <ac:chgData name="Katsara, Annita : BUK CDAO" userId="5a1071c6-7367-42cb-aac1-1ea479ec2dd6" providerId="ADAL" clId="{D73229C3-2BD4-45B7-A9B4-CFC8ECC4D76C}" dt="2026-10-27T14:38:03.037" v="20" actId="478"/>
          <ac:picMkLst>
            <pc:docMk/>
            <pc:sldMk cId="2780601211" sldId="257"/>
            <ac:picMk id="11" creationId="{90CE31CB-6823-7A1D-EC45-467AAC57D2A2}"/>
          </ac:picMkLst>
        </pc:picChg>
        <pc:picChg chg="add mod">
          <ac:chgData name="Katsara, Annita : BUK CDAO" userId="5a1071c6-7367-42cb-aac1-1ea479ec2dd6" providerId="ADAL" clId="{D73229C3-2BD4-45B7-A9B4-CFC8ECC4D76C}" dt="2026-10-27T14:38:31.960" v="24" actId="14100"/>
          <ac:picMkLst>
            <pc:docMk/>
            <pc:sldMk cId="2780601211" sldId="257"/>
            <ac:picMk id="13" creationId="{5DAFCBD4-692A-ACC3-F9D4-932113EDC38C}"/>
          </ac:picMkLst>
        </pc:picChg>
      </pc:sldChg>
      <pc:sldChg chg="addSp delSp modSp add mod">
        <pc:chgData name="Katsara, Annita : BUK CDAO" userId="5a1071c6-7367-42cb-aac1-1ea479ec2dd6" providerId="ADAL" clId="{D73229C3-2BD4-45B7-A9B4-CFC8ECC4D76C}" dt="2026-10-28T15:42:05.981" v="2771" actId="1076"/>
        <pc:sldMkLst>
          <pc:docMk/>
          <pc:sldMk cId="3398784197" sldId="258"/>
        </pc:sldMkLst>
        <pc:picChg chg="add mod">
          <ac:chgData name="Katsara, Annita : BUK CDAO" userId="5a1071c6-7367-42cb-aac1-1ea479ec2dd6" providerId="ADAL" clId="{D73229C3-2BD4-45B7-A9B4-CFC8ECC4D76C}" dt="2026-10-28T15:42:04.198" v="2770" actId="1076"/>
          <ac:picMkLst>
            <pc:docMk/>
            <pc:sldMk cId="3398784197" sldId="258"/>
            <ac:picMk id="3" creationId="{D85DF5DA-C0D3-F8FD-6171-17E250435E90}"/>
          </ac:picMkLst>
        </pc:picChg>
        <pc:picChg chg="mod">
          <ac:chgData name="Katsara, Annita : BUK CDAO" userId="5a1071c6-7367-42cb-aac1-1ea479ec2dd6" providerId="ADAL" clId="{D73229C3-2BD4-45B7-A9B4-CFC8ECC4D76C}" dt="2026-10-28T15:42:05.981" v="2771" actId="1076"/>
          <ac:picMkLst>
            <pc:docMk/>
            <pc:sldMk cId="3398784197" sldId="258"/>
            <ac:picMk id="5" creationId="{9DCD35DB-CB0F-7C51-9DD4-A9EE3C9DB303}"/>
          </ac:picMkLst>
        </pc:picChg>
        <pc:picChg chg="add mod">
          <ac:chgData name="Katsara, Annita : BUK CDAO" userId="5a1071c6-7367-42cb-aac1-1ea479ec2dd6" providerId="ADAL" clId="{D73229C3-2BD4-45B7-A9B4-CFC8ECC4D76C}" dt="2026-10-28T15:42:01.926" v="2769" actId="14100"/>
          <ac:picMkLst>
            <pc:docMk/>
            <pc:sldMk cId="3398784197" sldId="258"/>
            <ac:picMk id="6" creationId="{AB834973-0951-9755-28DC-CC8ACA537F0A}"/>
          </ac:picMkLst>
        </pc:picChg>
        <pc:picChg chg="del">
          <ac:chgData name="Katsara, Annita : BUK CDAO" userId="5a1071c6-7367-42cb-aac1-1ea479ec2dd6" providerId="ADAL" clId="{D73229C3-2BD4-45B7-A9B4-CFC8ECC4D76C}" dt="2026-10-27T14:36:37.112" v="10" actId="478"/>
          <ac:picMkLst>
            <pc:docMk/>
            <pc:sldMk cId="3398784197" sldId="258"/>
            <ac:picMk id="7" creationId="{EA180ED3-4648-036E-DE00-72B243DD3070}"/>
          </ac:picMkLst>
        </pc:picChg>
      </pc:sldChg>
      <pc:sldChg chg="addSp delSp modSp new mod">
        <pc:chgData name="Katsara, Annita : BUK CDAO" userId="5a1071c6-7367-42cb-aac1-1ea479ec2dd6" providerId="ADAL" clId="{D73229C3-2BD4-45B7-A9B4-CFC8ECC4D76C}" dt="2026-10-28T15:42:09.902" v="2772" actId="1076"/>
        <pc:sldMkLst>
          <pc:docMk/>
          <pc:sldMk cId="3547912186" sldId="259"/>
        </pc:sldMkLst>
        <pc:spChg chg="del">
          <ac:chgData name="Katsara, Annita : BUK CDAO" userId="5a1071c6-7367-42cb-aac1-1ea479ec2dd6" providerId="ADAL" clId="{D73229C3-2BD4-45B7-A9B4-CFC8ECC4D76C}" dt="2026-10-27T14:39:50.897" v="33" actId="478"/>
          <ac:spMkLst>
            <pc:docMk/>
            <pc:sldMk cId="3547912186" sldId="259"/>
            <ac:spMk id="2" creationId="{4338FD7A-DBE2-A46C-A7BC-460ADC6F19B2}"/>
          </ac:spMkLst>
        </pc:spChg>
        <pc:spChg chg="del">
          <ac:chgData name="Katsara, Annita : BUK CDAO" userId="5a1071c6-7367-42cb-aac1-1ea479ec2dd6" providerId="ADAL" clId="{D73229C3-2BD4-45B7-A9B4-CFC8ECC4D76C}" dt="2026-10-27T14:39:49.228" v="32" actId="478"/>
          <ac:spMkLst>
            <pc:docMk/>
            <pc:sldMk cId="3547912186" sldId="259"/>
            <ac:spMk id="3" creationId="{EB67AD8E-C734-2E79-3750-16A3D48FE6EB}"/>
          </ac:spMkLst>
        </pc:spChg>
        <pc:picChg chg="add del">
          <ac:chgData name="Katsara, Annita : BUK CDAO" userId="5a1071c6-7367-42cb-aac1-1ea479ec2dd6" providerId="ADAL" clId="{D73229C3-2BD4-45B7-A9B4-CFC8ECC4D76C}" dt="2026-10-27T14:39:45.168" v="31" actId="478"/>
          <ac:picMkLst>
            <pc:docMk/>
            <pc:sldMk cId="3547912186" sldId="259"/>
            <ac:picMk id="5" creationId="{B924EC4B-5CBC-4371-7457-936DD40AF274}"/>
          </ac:picMkLst>
        </pc:picChg>
        <pc:picChg chg="add mod">
          <ac:chgData name="Katsara, Annita : BUK CDAO" userId="5a1071c6-7367-42cb-aac1-1ea479ec2dd6" providerId="ADAL" clId="{D73229C3-2BD4-45B7-A9B4-CFC8ECC4D76C}" dt="2026-10-28T15:42:09.902" v="2772" actId="1076"/>
          <ac:picMkLst>
            <pc:docMk/>
            <pc:sldMk cId="3547912186" sldId="259"/>
            <ac:picMk id="7" creationId="{DAED3541-BCD1-1984-4D8F-77A15856AD98}"/>
          </ac:picMkLst>
        </pc:picChg>
        <pc:picChg chg="add mod">
          <ac:chgData name="Katsara, Annita : BUK CDAO" userId="5a1071c6-7367-42cb-aac1-1ea479ec2dd6" providerId="ADAL" clId="{D73229C3-2BD4-45B7-A9B4-CFC8ECC4D76C}" dt="2026-10-27T14:40:46.370" v="44" actId="1076"/>
          <ac:picMkLst>
            <pc:docMk/>
            <pc:sldMk cId="3547912186" sldId="259"/>
            <ac:picMk id="9" creationId="{F535B178-305E-DC66-5C49-29E4177A572E}"/>
          </ac:picMkLst>
        </pc:picChg>
        <pc:picChg chg="add mod">
          <ac:chgData name="Katsara, Annita : BUK CDAO" userId="5a1071c6-7367-42cb-aac1-1ea479ec2dd6" providerId="ADAL" clId="{D73229C3-2BD4-45B7-A9B4-CFC8ECC4D76C}" dt="2026-10-27T14:40:48.034" v="45" actId="1076"/>
          <ac:picMkLst>
            <pc:docMk/>
            <pc:sldMk cId="3547912186" sldId="259"/>
            <ac:picMk id="11" creationId="{D0DE77E1-B77C-95AB-12CA-EE52E85C94DD}"/>
          </ac:picMkLst>
        </pc:picChg>
      </pc:sldChg>
      <pc:sldChg chg="addSp delSp modSp new mod">
        <pc:chgData name="Katsara, Annita : BUK CDAO" userId="5a1071c6-7367-42cb-aac1-1ea479ec2dd6" providerId="ADAL" clId="{D73229C3-2BD4-45B7-A9B4-CFC8ECC4D76C}" dt="2026-10-27T14:44:40.970" v="68" actId="14100"/>
        <pc:sldMkLst>
          <pc:docMk/>
          <pc:sldMk cId="1968443577" sldId="260"/>
        </pc:sldMkLst>
        <pc:spChg chg="del">
          <ac:chgData name="Katsara, Annita : BUK CDAO" userId="5a1071c6-7367-42cb-aac1-1ea479ec2dd6" providerId="ADAL" clId="{D73229C3-2BD4-45B7-A9B4-CFC8ECC4D76C}" dt="2026-10-27T14:43:40.093" v="52" actId="478"/>
          <ac:spMkLst>
            <pc:docMk/>
            <pc:sldMk cId="1968443577" sldId="260"/>
            <ac:spMk id="2" creationId="{FAA8C4C4-A459-92BE-8F11-DC65F7A6C0F8}"/>
          </ac:spMkLst>
        </pc:spChg>
        <pc:spChg chg="del">
          <ac:chgData name="Katsara, Annita : BUK CDAO" userId="5a1071c6-7367-42cb-aac1-1ea479ec2dd6" providerId="ADAL" clId="{D73229C3-2BD4-45B7-A9B4-CFC8ECC4D76C}" dt="2026-10-27T14:43:38.131" v="51" actId="478"/>
          <ac:spMkLst>
            <pc:docMk/>
            <pc:sldMk cId="1968443577" sldId="260"/>
            <ac:spMk id="3" creationId="{F7351FCA-3FC1-8C12-1212-8F860F15E6A3}"/>
          </ac:spMkLst>
        </pc:spChg>
        <pc:picChg chg="add mod">
          <ac:chgData name="Katsara, Annita : BUK CDAO" userId="5a1071c6-7367-42cb-aac1-1ea479ec2dd6" providerId="ADAL" clId="{D73229C3-2BD4-45B7-A9B4-CFC8ECC4D76C}" dt="2026-10-27T14:44:20.724" v="64" actId="14100"/>
          <ac:picMkLst>
            <pc:docMk/>
            <pc:sldMk cId="1968443577" sldId="260"/>
            <ac:picMk id="5" creationId="{C0D4A4E7-1A53-185C-8638-B8C77B3BC711}"/>
          </ac:picMkLst>
        </pc:picChg>
        <pc:picChg chg="add mod">
          <ac:chgData name="Katsara, Annita : BUK CDAO" userId="5a1071c6-7367-42cb-aac1-1ea479ec2dd6" providerId="ADAL" clId="{D73229C3-2BD4-45B7-A9B4-CFC8ECC4D76C}" dt="2026-10-27T14:43:59.401" v="58" actId="1076"/>
          <ac:picMkLst>
            <pc:docMk/>
            <pc:sldMk cId="1968443577" sldId="260"/>
            <ac:picMk id="7" creationId="{23497B15-8223-F7E9-9619-4E81CA746B7F}"/>
          </ac:picMkLst>
        </pc:picChg>
        <pc:picChg chg="add mod">
          <ac:chgData name="Katsara, Annita : BUK CDAO" userId="5a1071c6-7367-42cb-aac1-1ea479ec2dd6" providerId="ADAL" clId="{D73229C3-2BD4-45B7-A9B4-CFC8ECC4D76C}" dt="2026-10-27T14:44:22.161" v="65" actId="1076"/>
          <ac:picMkLst>
            <pc:docMk/>
            <pc:sldMk cId="1968443577" sldId="260"/>
            <ac:picMk id="9" creationId="{68B6D84C-41EE-DDF2-51B7-F1E390CC3FC5}"/>
          </ac:picMkLst>
        </pc:picChg>
        <pc:picChg chg="add mod">
          <ac:chgData name="Katsara, Annita : BUK CDAO" userId="5a1071c6-7367-42cb-aac1-1ea479ec2dd6" providerId="ADAL" clId="{D73229C3-2BD4-45B7-A9B4-CFC8ECC4D76C}" dt="2026-10-27T14:44:40.970" v="68" actId="14100"/>
          <ac:picMkLst>
            <pc:docMk/>
            <pc:sldMk cId="1968443577" sldId="260"/>
            <ac:picMk id="11" creationId="{522C3C31-271C-1A7D-4B77-6CA2A5EE344A}"/>
          </ac:picMkLst>
        </pc:picChg>
      </pc:sldChg>
      <pc:sldChg chg="modSp add del mod modNotes">
        <pc:chgData name="Katsara, Annita : BUK CDAO" userId="5a1071c6-7367-42cb-aac1-1ea479ec2dd6" providerId="ADAL" clId="{D73229C3-2BD4-45B7-A9B4-CFC8ECC4D76C}" dt="2026-10-27T14:56:57.387" v="79" actId="47"/>
        <pc:sldMkLst>
          <pc:docMk/>
          <pc:sldMk cId="0" sldId="261"/>
        </pc:sldMkLst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1"/>
            <ac:spMk id="5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1"/>
            <ac:spMk id="7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1"/>
            <ac:spMk id="9" creationId="{00000000-0000-0000-0000-000000000000}"/>
          </ac:spMkLst>
        </pc:spChg>
        <pc:graphicFrameChg chg="add mod">
          <ac:chgData name="Katsara, Annita : BUK CDAO" userId="5a1071c6-7367-42cb-aac1-1ea479ec2dd6" providerId="ADAL" clId="{D73229C3-2BD4-45B7-A9B4-CFC8ECC4D76C}" dt="2026-10-27T14:56:11.151" v="78" actId="26606"/>
          <ac:graphicFrameMkLst>
            <pc:docMk/>
            <pc:sldMk cId="0" sldId="261"/>
            <ac:graphicFrameMk id="8" creationId="{00000000-0000-0000-0000-000000000000}"/>
          </ac:graphicFrameMkLst>
        </pc:graphicFrameChg>
      </pc:sldChg>
      <pc:sldChg chg="addSp modSp new mod">
        <pc:chgData name="Katsara, Annita : BUK CDAO" userId="5a1071c6-7367-42cb-aac1-1ea479ec2dd6" providerId="ADAL" clId="{D73229C3-2BD4-45B7-A9B4-CFC8ECC4D76C}" dt="2026-10-28T14:50:58.097" v="2434" actId="255"/>
        <pc:sldMkLst>
          <pc:docMk/>
          <pc:sldMk cId="2449855992" sldId="261"/>
        </pc:sldMkLst>
        <pc:spChg chg="mod">
          <ac:chgData name="Katsara, Annita : BUK CDAO" userId="5a1071c6-7367-42cb-aac1-1ea479ec2dd6" providerId="ADAL" clId="{D73229C3-2BD4-45B7-A9B4-CFC8ECC4D76C}" dt="2026-10-28T14:50:58.097" v="2434" actId="255"/>
          <ac:spMkLst>
            <pc:docMk/>
            <pc:sldMk cId="2449855992" sldId="261"/>
            <ac:spMk id="2" creationId="{3C5AFA6A-9203-31F9-DF1D-282769142C78}"/>
          </ac:spMkLst>
        </pc:spChg>
        <pc:spChg chg="mod">
          <ac:chgData name="Katsara, Annita : BUK CDAO" userId="5a1071c6-7367-42cb-aac1-1ea479ec2dd6" providerId="ADAL" clId="{D73229C3-2BD4-45B7-A9B4-CFC8ECC4D76C}" dt="2026-10-28T13:37:48.252" v="350" actId="113"/>
          <ac:spMkLst>
            <pc:docMk/>
            <pc:sldMk cId="2449855992" sldId="261"/>
            <ac:spMk id="3" creationId="{DEE01691-E023-4884-BBE9-705582D0F337}"/>
          </ac:spMkLst>
        </pc:spChg>
        <pc:spChg chg="add mod">
          <ac:chgData name="Katsara, Annita : BUK CDAO" userId="5a1071c6-7367-42cb-aac1-1ea479ec2dd6" providerId="ADAL" clId="{D73229C3-2BD4-45B7-A9B4-CFC8ECC4D76C}" dt="2026-10-28T13:36:08.397" v="292"/>
          <ac:spMkLst>
            <pc:docMk/>
            <pc:sldMk cId="2449855992" sldId="261"/>
            <ac:spMk id="4" creationId="{A1AB52E2-88AD-9066-D031-7DF4BF652A11}"/>
          </ac:spMkLst>
        </pc:spChg>
        <pc:spChg chg="add mod">
          <ac:chgData name="Katsara, Annita : BUK CDAO" userId="5a1071c6-7367-42cb-aac1-1ea479ec2dd6" providerId="ADAL" clId="{D73229C3-2BD4-45B7-A9B4-CFC8ECC4D76C}" dt="2026-10-28T13:37:52.749" v="351" actId="1076"/>
          <ac:spMkLst>
            <pc:docMk/>
            <pc:sldMk cId="2449855992" sldId="261"/>
            <ac:spMk id="5" creationId="{F9076B28-0929-BDB5-91C6-0B75FB877175}"/>
          </ac:spMkLst>
        </pc:spChg>
        <pc:picChg chg="add mod">
          <ac:chgData name="Katsara, Annita : BUK CDAO" userId="5a1071c6-7367-42cb-aac1-1ea479ec2dd6" providerId="ADAL" clId="{D73229C3-2BD4-45B7-A9B4-CFC8ECC4D76C}" dt="2026-10-28T14:37:06.850" v="2287" actId="1076"/>
          <ac:picMkLst>
            <pc:docMk/>
            <pc:sldMk cId="2449855992" sldId="261"/>
            <ac:picMk id="7" creationId="{E5178C8C-D169-BA94-2D50-72C2F7A3CFC4}"/>
          </ac:picMkLst>
        </pc:picChg>
      </pc:sldChg>
      <pc:sldChg chg="modSp add del mod modNotes">
        <pc:chgData name="Katsara, Annita : BUK CDAO" userId="5a1071c6-7367-42cb-aac1-1ea479ec2dd6" providerId="ADAL" clId="{D73229C3-2BD4-45B7-A9B4-CFC8ECC4D76C}" dt="2026-10-27T14:56:57.387" v="79" actId="47"/>
        <pc:sldMkLst>
          <pc:docMk/>
          <pc:sldMk cId="0" sldId="262"/>
        </pc:sldMkLst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2"/>
            <ac:spMk id="5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2"/>
            <ac:spMk id="6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2"/>
            <ac:spMk id="7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2"/>
            <ac:spMk id="8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2"/>
            <ac:spMk id="9" creationId="{00000000-0000-0000-0000-000000000000}"/>
          </ac:spMkLst>
        </pc:spChg>
        <pc:graphicFrameChg chg="add mod">
          <ac:chgData name="Katsara, Annita : BUK CDAO" userId="5a1071c6-7367-42cb-aac1-1ea479ec2dd6" providerId="ADAL" clId="{D73229C3-2BD4-45B7-A9B4-CFC8ECC4D76C}" dt="2026-10-27T14:56:11.151" v="78" actId="26606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addSp delSp modSp new mod ord">
        <pc:chgData name="Katsara, Annita : BUK CDAO" userId="5a1071c6-7367-42cb-aac1-1ea479ec2dd6" providerId="ADAL" clId="{D73229C3-2BD4-45B7-A9B4-CFC8ECC4D76C}" dt="2026-10-28T14:50:18.955" v="2432"/>
        <pc:sldMkLst>
          <pc:docMk/>
          <pc:sldMk cId="1888740608" sldId="262"/>
        </pc:sldMkLst>
        <pc:spChg chg="mod">
          <ac:chgData name="Katsara, Annita : BUK CDAO" userId="5a1071c6-7367-42cb-aac1-1ea479ec2dd6" providerId="ADAL" clId="{D73229C3-2BD4-45B7-A9B4-CFC8ECC4D76C}" dt="2026-10-28T13:22:44.240" v="82"/>
          <ac:spMkLst>
            <pc:docMk/>
            <pc:sldMk cId="1888740608" sldId="262"/>
            <ac:spMk id="2" creationId="{A76E472E-E149-4115-633A-0A9F9D5F6CF4}"/>
          </ac:spMkLst>
        </pc:spChg>
        <pc:spChg chg="del">
          <ac:chgData name="Katsara, Annita : BUK CDAO" userId="5a1071c6-7367-42cb-aac1-1ea479ec2dd6" providerId="ADAL" clId="{D73229C3-2BD4-45B7-A9B4-CFC8ECC4D76C}" dt="2026-10-28T13:28:58.949" v="128" actId="478"/>
          <ac:spMkLst>
            <pc:docMk/>
            <pc:sldMk cId="1888740608" sldId="262"/>
            <ac:spMk id="3" creationId="{8D4D3C79-0594-9D92-2CE2-C96BDFD90929}"/>
          </ac:spMkLst>
        </pc:spChg>
        <pc:spChg chg="add del mod">
          <ac:chgData name="Katsara, Annita : BUK CDAO" userId="5a1071c6-7367-42cb-aac1-1ea479ec2dd6" providerId="ADAL" clId="{D73229C3-2BD4-45B7-A9B4-CFC8ECC4D76C}" dt="2026-10-28T13:29:06.140" v="131"/>
          <ac:spMkLst>
            <pc:docMk/>
            <pc:sldMk cId="1888740608" sldId="262"/>
            <ac:spMk id="4" creationId="{588FB31C-989A-07AD-8CB4-1F921069041A}"/>
          </ac:spMkLst>
        </pc:spChg>
        <pc:spChg chg="add mod">
          <ac:chgData name="Katsara, Annita : BUK CDAO" userId="5a1071c6-7367-42cb-aac1-1ea479ec2dd6" providerId="ADAL" clId="{D73229C3-2BD4-45B7-A9B4-CFC8ECC4D76C}" dt="2026-10-28T13:31:55.358" v="163" actId="255"/>
          <ac:spMkLst>
            <pc:docMk/>
            <pc:sldMk cId="1888740608" sldId="262"/>
            <ac:spMk id="5" creationId="{C2DF7ED6-8546-EDAB-1E25-6284797CEE99}"/>
          </ac:spMkLst>
        </pc:spChg>
      </pc:sldChg>
      <pc:sldChg chg="modSp add del mod modNotes">
        <pc:chgData name="Katsara, Annita : BUK CDAO" userId="5a1071c6-7367-42cb-aac1-1ea479ec2dd6" providerId="ADAL" clId="{D73229C3-2BD4-45B7-A9B4-CFC8ECC4D76C}" dt="2026-10-27T14:56:57.387" v="79" actId="47"/>
        <pc:sldMkLst>
          <pc:docMk/>
          <pc:sldMk cId="0" sldId="263"/>
        </pc:sldMkLst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3"/>
            <ac:spMk id="8" creationId="{00000000-0000-0000-0000-000000000000}"/>
          </ac:spMkLst>
        </pc:spChg>
        <pc:graphicFrameChg chg="add mod">
          <ac:chgData name="Katsara, Annita : BUK CDAO" userId="5a1071c6-7367-42cb-aac1-1ea479ec2dd6" providerId="ADAL" clId="{D73229C3-2BD4-45B7-A9B4-CFC8ECC4D76C}" dt="2026-10-27T14:56:11.151" v="78" actId="26606"/>
          <ac:graphicFrameMkLst>
            <pc:docMk/>
            <pc:sldMk cId="0" sldId="263"/>
            <ac:graphicFrameMk id="5" creationId="{00000000-0000-0000-0000-000000000000}"/>
          </ac:graphicFrameMkLst>
        </pc:graphicFrameChg>
        <pc:graphicFrameChg chg="add mod">
          <ac:chgData name="Katsara, Annita : BUK CDAO" userId="5a1071c6-7367-42cb-aac1-1ea479ec2dd6" providerId="ADAL" clId="{D73229C3-2BD4-45B7-A9B4-CFC8ECC4D76C}" dt="2026-10-27T14:56:11.151" v="78" actId="26606"/>
          <ac:graphicFrameMkLst>
            <pc:docMk/>
            <pc:sldMk cId="0" sldId="263"/>
            <ac:graphicFrameMk id="7" creationId="{00000000-0000-0000-0000-000000000000}"/>
          </ac:graphicFrameMkLst>
        </pc:graphicFrameChg>
      </pc:sldChg>
      <pc:sldChg chg="addSp delSp modSp new mod ord modNotesTx">
        <pc:chgData name="Katsara, Annita : BUK CDAO" userId="5a1071c6-7367-42cb-aac1-1ea479ec2dd6" providerId="ADAL" clId="{D73229C3-2BD4-45B7-A9B4-CFC8ECC4D76C}" dt="2026-10-28T15:00:59.446" v="2481"/>
        <pc:sldMkLst>
          <pc:docMk/>
          <pc:sldMk cId="1702370160" sldId="263"/>
        </pc:sldMkLst>
        <pc:spChg chg="mod">
          <ac:chgData name="Katsara, Annita : BUK CDAO" userId="5a1071c6-7367-42cb-aac1-1ea479ec2dd6" providerId="ADAL" clId="{D73229C3-2BD4-45B7-A9B4-CFC8ECC4D76C}" dt="2026-10-28T14:51:35.927" v="2444" actId="1076"/>
          <ac:spMkLst>
            <pc:docMk/>
            <pc:sldMk cId="1702370160" sldId="263"/>
            <ac:spMk id="2" creationId="{B82EB920-4BB1-8F26-7E6C-B57D8249C073}"/>
          </ac:spMkLst>
        </pc:spChg>
        <pc:spChg chg="del">
          <ac:chgData name="Katsara, Annita : BUK CDAO" userId="5a1071c6-7367-42cb-aac1-1ea479ec2dd6" providerId="ADAL" clId="{D73229C3-2BD4-45B7-A9B4-CFC8ECC4D76C}" dt="2026-10-28T13:30:22.246" v="145" actId="478"/>
          <ac:spMkLst>
            <pc:docMk/>
            <pc:sldMk cId="1702370160" sldId="263"/>
            <ac:spMk id="3" creationId="{EBFD8672-A2B2-EA53-2885-2B5863B7FA77}"/>
          </ac:spMkLst>
        </pc:spChg>
        <pc:spChg chg="add mod">
          <ac:chgData name="Katsara, Annita : BUK CDAO" userId="5a1071c6-7367-42cb-aac1-1ea479ec2dd6" providerId="ADAL" clId="{D73229C3-2BD4-45B7-A9B4-CFC8ECC4D76C}" dt="2026-10-28T13:32:00.715" v="164" actId="255"/>
          <ac:spMkLst>
            <pc:docMk/>
            <pc:sldMk cId="1702370160" sldId="263"/>
            <ac:spMk id="4" creationId="{FA6EBF91-8E7E-9F85-2553-DBE306B002B3}"/>
          </ac:spMkLst>
        </pc:spChg>
      </pc:sldChg>
      <pc:sldChg chg="modSp add del mod modNotes">
        <pc:chgData name="Katsara, Annita : BUK CDAO" userId="5a1071c6-7367-42cb-aac1-1ea479ec2dd6" providerId="ADAL" clId="{D73229C3-2BD4-45B7-A9B4-CFC8ECC4D76C}" dt="2026-10-27T14:56:57.387" v="79" actId="47"/>
        <pc:sldMkLst>
          <pc:docMk/>
          <pc:sldMk cId="0" sldId="264"/>
        </pc:sldMkLst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4"/>
            <ac:spMk id="6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4"/>
            <ac:spMk id="7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4"/>
            <ac:spMk id="9" creationId="{00000000-0000-0000-0000-000000000000}"/>
          </ac:spMkLst>
        </pc:spChg>
        <pc:graphicFrameChg chg="add mod">
          <ac:chgData name="Katsara, Annita : BUK CDAO" userId="5a1071c6-7367-42cb-aac1-1ea479ec2dd6" providerId="ADAL" clId="{D73229C3-2BD4-45B7-A9B4-CFC8ECC4D76C}" dt="2026-10-27T14:56:11.151" v="78" actId="26606"/>
          <ac:graphicFrameMkLst>
            <pc:docMk/>
            <pc:sldMk cId="0" sldId="264"/>
            <ac:graphicFrameMk id="8" creationId="{00000000-0000-0000-0000-000000000000}"/>
          </ac:graphicFrameMkLst>
        </pc:graphicFrameChg>
      </pc:sldChg>
      <pc:sldChg chg="addSp delSp modSp new mod ord modNotesTx">
        <pc:chgData name="Katsara, Annita : BUK CDAO" userId="5a1071c6-7367-42cb-aac1-1ea479ec2dd6" providerId="ADAL" clId="{D73229C3-2BD4-45B7-A9B4-CFC8ECC4D76C}" dt="2026-10-28T15:03:31.441" v="2557" actId="20577"/>
        <pc:sldMkLst>
          <pc:docMk/>
          <pc:sldMk cId="1774356723" sldId="264"/>
        </pc:sldMkLst>
        <pc:spChg chg="del mod">
          <ac:chgData name="Katsara, Annita : BUK CDAO" userId="5a1071c6-7367-42cb-aac1-1ea479ec2dd6" providerId="ADAL" clId="{D73229C3-2BD4-45B7-A9B4-CFC8ECC4D76C}" dt="2026-10-28T14:42:23.954" v="2347" actId="478"/>
          <ac:spMkLst>
            <pc:docMk/>
            <pc:sldMk cId="1774356723" sldId="264"/>
            <ac:spMk id="2" creationId="{DC647ED3-D20A-72B6-6E4E-8E797B52CE1E}"/>
          </ac:spMkLst>
        </pc:spChg>
        <pc:spChg chg="del">
          <ac:chgData name="Katsara, Annita : BUK CDAO" userId="5a1071c6-7367-42cb-aac1-1ea479ec2dd6" providerId="ADAL" clId="{D73229C3-2BD4-45B7-A9B4-CFC8ECC4D76C}" dt="2026-10-28T13:29:09.722" v="132" actId="478"/>
          <ac:spMkLst>
            <pc:docMk/>
            <pc:sldMk cId="1774356723" sldId="264"/>
            <ac:spMk id="3" creationId="{88AB1BF7-8CA1-4261-9FAC-A99FAF30D067}"/>
          </ac:spMkLst>
        </pc:spChg>
        <pc:spChg chg="add del mod">
          <ac:chgData name="Katsara, Annita : BUK CDAO" userId="5a1071c6-7367-42cb-aac1-1ea479ec2dd6" providerId="ADAL" clId="{D73229C3-2BD4-45B7-A9B4-CFC8ECC4D76C}" dt="2026-10-28T14:42:11.052" v="2342" actId="478"/>
          <ac:spMkLst>
            <pc:docMk/>
            <pc:sldMk cId="1774356723" sldId="264"/>
            <ac:spMk id="4" creationId="{5D96FA91-306F-1AE4-740F-69115F2D18EC}"/>
          </ac:spMkLst>
        </pc:spChg>
        <pc:spChg chg="add del mod">
          <ac:chgData name="Katsara, Annita : BUK CDAO" userId="5a1071c6-7367-42cb-aac1-1ea479ec2dd6" providerId="ADAL" clId="{D73229C3-2BD4-45B7-A9B4-CFC8ECC4D76C}" dt="2026-10-28T14:42:25.434" v="2348" actId="478"/>
          <ac:spMkLst>
            <pc:docMk/>
            <pc:sldMk cId="1774356723" sldId="264"/>
            <ac:spMk id="8" creationId="{186D5F43-4819-C3F3-A724-32CF522A0EA2}"/>
          </ac:spMkLst>
        </pc:spChg>
        <pc:picChg chg="add mod">
          <ac:chgData name="Katsara, Annita : BUK CDAO" userId="5a1071c6-7367-42cb-aac1-1ea479ec2dd6" providerId="ADAL" clId="{D73229C3-2BD4-45B7-A9B4-CFC8ECC4D76C}" dt="2026-10-28T14:42:39.868" v="2352" actId="14100"/>
          <ac:picMkLst>
            <pc:docMk/>
            <pc:sldMk cId="1774356723" sldId="264"/>
            <ac:picMk id="6" creationId="{686BCC8A-0E6C-BE47-1E95-BB1C45991139}"/>
          </ac:picMkLst>
        </pc:picChg>
      </pc:sldChg>
      <pc:sldChg chg="modSp add del mod modNotes">
        <pc:chgData name="Katsara, Annita : BUK CDAO" userId="5a1071c6-7367-42cb-aac1-1ea479ec2dd6" providerId="ADAL" clId="{D73229C3-2BD4-45B7-A9B4-CFC8ECC4D76C}" dt="2026-10-27T14:56:57.387" v="79" actId="47"/>
        <pc:sldMkLst>
          <pc:docMk/>
          <pc:sldMk cId="0" sldId="265"/>
        </pc:sldMkLst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5"/>
            <ac:spMk id="5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5"/>
            <ac:spMk id="6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5"/>
            <ac:spMk id="7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5"/>
            <ac:spMk id="8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5"/>
            <ac:spMk id="9" creationId="{00000000-0000-0000-0000-000000000000}"/>
          </ac:spMkLst>
        </pc:spChg>
        <pc:graphicFrameChg chg="add mod">
          <ac:chgData name="Katsara, Annita : BUK CDAO" userId="5a1071c6-7367-42cb-aac1-1ea479ec2dd6" providerId="ADAL" clId="{D73229C3-2BD4-45B7-A9B4-CFC8ECC4D76C}" dt="2026-10-27T14:56:11.151" v="78" actId="26606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new mod">
        <pc:chgData name="Katsara, Annita : BUK CDAO" userId="5a1071c6-7367-42cb-aac1-1ea479ec2dd6" providerId="ADAL" clId="{D73229C3-2BD4-45B7-A9B4-CFC8ECC4D76C}" dt="2026-10-28T13:32:13.788" v="166" actId="255"/>
        <pc:sldMkLst>
          <pc:docMk/>
          <pc:sldMk cId="3610078647" sldId="265"/>
        </pc:sldMkLst>
        <pc:spChg chg="mod">
          <ac:chgData name="Katsara, Annita : BUK CDAO" userId="5a1071c6-7367-42cb-aac1-1ea479ec2dd6" providerId="ADAL" clId="{D73229C3-2BD4-45B7-A9B4-CFC8ECC4D76C}" dt="2026-10-28T13:23:21.063" v="106"/>
          <ac:spMkLst>
            <pc:docMk/>
            <pc:sldMk cId="3610078647" sldId="265"/>
            <ac:spMk id="2" creationId="{25BD6170-45F5-4316-B900-DFAC4A186F6E}"/>
          </ac:spMkLst>
        </pc:spChg>
        <pc:spChg chg="del">
          <ac:chgData name="Katsara, Annita : BUK CDAO" userId="5a1071c6-7367-42cb-aac1-1ea479ec2dd6" providerId="ADAL" clId="{D73229C3-2BD4-45B7-A9B4-CFC8ECC4D76C}" dt="2026-10-28T13:30:57.877" v="153" actId="478"/>
          <ac:spMkLst>
            <pc:docMk/>
            <pc:sldMk cId="3610078647" sldId="265"/>
            <ac:spMk id="3" creationId="{F6E882AB-9C7D-3F1D-1085-7D9A82CF6A43}"/>
          </ac:spMkLst>
        </pc:spChg>
        <pc:spChg chg="add del">
          <ac:chgData name="Katsara, Annita : BUK CDAO" userId="5a1071c6-7367-42cb-aac1-1ea479ec2dd6" providerId="ADAL" clId="{D73229C3-2BD4-45B7-A9B4-CFC8ECC4D76C}" dt="2026-10-28T13:23:23.817" v="107" actId="478"/>
          <ac:spMkLst>
            <pc:docMk/>
            <pc:sldMk cId="3610078647" sldId="265"/>
            <ac:spMk id="5" creationId="{BE043E2F-1722-2B01-8FB8-755FD6F0DD65}"/>
          </ac:spMkLst>
        </pc:spChg>
        <pc:spChg chg="add mod">
          <ac:chgData name="Katsara, Annita : BUK CDAO" userId="5a1071c6-7367-42cb-aac1-1ea479ec2dd6" providerId="ADAL" clId="{D73229C3-2BD4-45B7-A9B4-CFC8ECC4D76C}" dt="2026-10-28T13:32:13.788" v="166" actId="255"/>
          <ac:spMkLst>
            <pc:docMk/>
            <pc:sldMk cId="3610078647" sldId="265"/>
            <ac:spMk id="6" creationId="{BFA23179-395D-30AA-AFC8-B5D95B3F931D}"/>
          </ac:spMkLst>
        </pc:spChg>
      </pc:sldChg>
      <pc:sldChg chg="modSp add del mod modNotes">
        <pc:chgData name="Katsara, Annita : BUK CDAO" userId="5a1071c6-7367-42cb-aac1-1ea479ec2dd6" providerId="ADAL" clId="{D73229C3-2BD4-45B7-A9B4-CFC8ECC4D76C}" dt="2026-10-27T14:56:57.387" v="79" actId="47"/>
        <pc:sldMkLst>
          <pc:docMk/>
          <pc:sldMk cId="0" sldId="266"/>
        </pc:sldMkLst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6"/>
            <ac:spMk id="6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6"/>
            <ac:spMk id="7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6"/>
            <ac:spMk id="8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6"/>
            <ac:spMk id="9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7T14:55:40.901" v="76" actId="26606"/>
          <ac:spMkLst>
            <pc:docMk/>
            <pc:sldMk cId="0" sldId="266"/>
            <ac:spMk id="10" creationId="{00000000-0000-0000-0000-000000000000}"/>
          </ac:spMkLst>
        </pc:spChg>
        <pc:graphicFrameChg chg="add mod">
          <ac:chgData name="Katsara, Annita : BUK CDAO" userId="5a1071c6-7367-42cb-aac1-1ea479ec2dd6" providerId="ADAL" clId="{D73229C3-2BD4-45B7-A9B4-CFC8ECC4D76C}" dt="2026-10-27T14:56:11.151" v="78" actId="2660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addSp delSp modSp new mod ord">
        <pc:chgData name="Katsara, Annita : BUK CDAO" userId="5a1071c6-7367-42cb-aac1-1ea479ec2dd6" providerId="ADAL" clId="{D73229C3-2BD4-45B7-A9B4-CFC8ECC4D76C}" dt="2026-10-28T14:49:44.066" v="2430"/>
        <pc:sldMkLst>
          <pc:docMk/>
          <pc:sldMk cId="3180681122" sldId="266"/>
        </pc:sldMkLst>
        <pc:spChg chg="mod">
          <ac:chgData name="Katsara, Annita : BUK CDAO" userId="5a1071c6-7367-42cb-aac1-1ea479ec2dd6" providerId="ADAL" clId="{D73229C3-2BD4-45B7-A9B4-CFC8ECC4D76C}" dt="2026-10-28T13:23:33.320" v="109"/>
          <ac:spMkLst>
            <pc:docMk/>
            <pc:sldMk cId="3180681122" sldId="266"/>
            <ac:spMk id="2" creationId="{D4E07690-E3CA-39B7-B27E-8F7D5D746E5F}"/>
          </ac:spMkLst>
        </pc:spChg>
        <pc:spChg chg="del">
          <ac:chgData name="Katsara, Annita : BUK CDAO" userId="5a1071c6-7367-42cb-aac1-1ea479ec2dd6" providerId="ADAL" clId="{D73229C3-2BD4-45B7-A9B4-CFC8ECC4D76C}" dt="2026-10-28T13:23:43.857" v="110" actId="478"/>
          <ac:spMkLst>
            <pc:docMk/>
            <pc:sldMk cId="3180681122" sldId="266"/>
            <ac:spMk id="3" creationId="{B2C2AEE8-8BD5-DE8D-9F6D-3FAFBF583683}"/>
          </ac:spMkLst>
        </pc:spChg>
        <pc:spChg chg="add mod">
          <ac:chgData name="Katsara, Annita : BUK CDAO" userId="5a1071c6-7367-42cb-aac1-1ea479ec2dd6" providerId="ADAL" clId="{D73229C3-2BD4-45B7-A9B4-CFC8ECC4D76C}" dt="2026-10-28T13:32:36.999" v="182" actId="20577"/>
          <ac:spMkLst>
            <pc:docMk/>
            <pc:sldMk cId="3180681122" sldId="266"/>
            <ac:spMk id="4" creationId="{ACDB51DD-5A26-6498-998F-355C117C5341}"/>
          </ac:spMkLst>
        </pc:spChg>
      </pc:sldChg>
      <pc:sldChg chg="addSp delSp modSp new mod modNotesTx">
        <pc:chgData name="Katsara, Annita : BUK CDAO" userId="5a1071c6-7367-42cb-aac1-1ea479ec2dd6" providerId="ADAL" clId="{D73229C3-2BD4-45B7-A9B4-CFC8ECC4D76C}" dt="2026-10-28T15:01:38.990" v="2494" actId="20577"/>
        <pc:sldMkLst>
          <pc:docMk/>
          <pc:sldMk cId="1990152343" sldId="267"/>
        </pc:sldMkLst>
        <pc:spChg chg="mod">
          <ac:chgData name="Katsara, Annita : BUK CDAO" userId="5a1071c6-7367-42cb-aac1-1ea479ec2dd6" providerId="ADAL" clId="{D73229C3-2BD4-45B7-A9B4-CFC8ECC4D76C}" dt="2026-10-28T14:51:48.901" v="2446" actId="113"/>
          <ac:spMkLst>
            <pc:docMk/>
            <pc:sldMk cId="1990152343" sldId="267"/>
            <ac:spMk id="2" creationId="{DE1CC2DF-5002-9ED9-E32A-A3775E3A2635}"/>
          </ac:spMkLst>
        </pc:spChg>
        <pc:spChg chg="del">
          <ac:chgData name="Katsara, Annita : BUK CDAO" userId="5a1071c6-7367-42cb-aac1-1ea479ec2dd6" providerId="ADAL" clId="{D73229C3-2BD4-45B7-A9B4-CFC8ECC4D76C}" dt="2026-10-28T13:55:28.105" v="636" actId="478"/>
          <ac:spMkLst>
            <pc:docMk/>
            <pc:sldMk cId="1990152343" sldId="267"/>
            <ac:spMk id="3" creationId="{F737A3EB-9C7A-2016-4296-24256554620A}"/>
          </ac:spMkLst>
        </pc:spChg>
        <pc:spChg chg="add mod">
          <ac:chgData name="Katsara, Annita : BUK CDAO" userId="5a1071c6-7367-42cb-aac1-1ea479ec2dd6" providerId="ADAL" clId="{D73229C3-2BD4-45B7-A9B4-CFC8ECC4D76C}" dt="2026-10-28T13:56:14.562" v="695" actId="14100"/>
          <ac:spMkLst>
            <pc:docMk/>
            <pc:sldMk cId="1990152343" sldId="267"/>
            <ac:spMk id="4" creationId="{23E75896-886D-EE47-7A35-9077C3F3064E}"/>
          </ac:spMkLst>
        </pc:spChg>
      </pc:sldChg>
      <pc:sldChg chg="delSp modSp new mod">
        <pc:chgData name="Katsara, Annita : BUK CDAO" userId="5a1071c6-7367-42cb-aac1-1ea479ec2dd6" providerId="ADAL" clId="{D73229C3-2BD4-45B7-A9B4-CFC8ECC4D76C}" dt="2026-10-28T13:33:14.681" v="226" actId="20577"/>
        <pc:sldMkLst>
          <pc:docMk/>
          <pc:sldMk cId="2486356839" sldId="268"/>
        </pc:sldMkLst>
        <pc:spChg chg="mod">
          <ac:chgData name="Katsara, Annita : BUK CDAO" userId="5a1071c6-7367-42cb-aac1-1ea479ec2dd6" providerId="ADAL" clId="{D73229C3-2BD4-45B7-A9B4-CFC8ECC4D76C}" dt="2026-10-28T13:33:14.681" v="226" actId="20577"/>
          <ac:spMkLst>
            <pc:docMk/>
            <pc:sldMk cId="2486356839" sldId="268"/>
            <ac:spMk id="2" creationId="{7EB8BD31-8435-F981-81BF-AE677721C89F}"/>
          </ac:spMkLst>
        </pc:spChg>
        <pc:spChg chg="del">
          <ac:chgData name="Katsara, Annita : BUK CDAO" userId="5a1071c6-7367-42cb-aac1-1ea479ec2dd6" providerId="ADAL" clId="{D73229C3-2BD4-45B7-A9B4-CFC8ECC4D76C}" dt="2026-10-28T13:33:00.502" v="185" actId="478"/>
          <ac:spMkLst>
            <pc:docMk/>
            <pc:sldMk cId="2486356839" sldId="268"/>
            <ac:spMk id="3" creationId="{50665653-021D-EE53-7D0F-C050EDCE0275}"/>
          </ac:spMkLst>
        </pc:spChg>
      </pc:sldChg>
      <pc:sldChg chg="addSp delSp modSp new del mod">
        <pc:chgData name="Katsara, Annita : BUK CDAO" userId="5a1071c6-7367-42cb-aac1-1ea479ec2dd6" providerId="ADAL" clId="{D73229C3-2BD4-45B7-A9B4-CFC8ECC4D76C}" dt="2026-10-28T14:08:46.370" v="1500" actId="47"/>
        <pc:sldMkLst>
          <pc:docMk/>
          <pc:sldMk cId="294127396" sldId="269"/>
        </pc:sldMkLst>
        <pc:spChg chg="mod">
          <ac:chgData name="Katsara, Annita : BUK CDAO" userId="5a1071c6-7367-42cb-aac1-1ea479ec2dd6" providerId="ADAL" clId="{D73229C3-2BD4-45B7-A9B4-CFC8ECC4D76C}" dt="2026-10-28T13:48:34.063" v="496" actId="14100"/>
          <ac:spMkLst>
            <pc:docMk/>
            <pc:sldMk cId="294127396" sldId="269"/>
            <ac:spMk id="2" creationId="{8B0BC22C-9CF1-F7D1-436E-3142080FA52C}"/>
          </ac:spMkLst>
        </pc:spChg>
        <pc:spChg chg="del">
          <ac:chgData name="Katsara, Annita : BUK CDAO" userId="5a1071c6-7367-42cb-aac1-1ea479ec2dd6" providerId="ADAL" clId="{D73229C3-2BD4-45B7-A9B4-CFC8ECC4D76C}" dt="2026-10-28T13:47:19.298" v="460" actId="478"/>
          <ac:spMkLst>
            <pc:docMk/>
            <pc:sldMk cId="294127396" sldId="269"/>
            <ac:spMk id="3" creationId="{8A6EFB0E-68C6-0149-D830-CD3E62D01108}"/>
          </ac:spMkLst>
        </pc:spChg>
        <pc:spChg chg="add del mod">
          <ac:chgData name="Katsara, Annita : BUK CDAO" userId="5a1071c6-7367-42cb-aac1-1ea479ec2dd6" providerId="ADAL" clId="{D73229C3-2BD4-45B7-A9B4-CFC8ECC4D76C}" dt="2026-10-28T13:47:43.569" v="463"/>
          <ac:spMkLst>
            <pc:docMk/>
            <pc:sldMk cId="294127396" sldId="269"/>
            <ac:spMk id="4" creationId="{0104C2B2-E60B-731D-0E3D-26070EDA6BF3}"/>
          </ac:spMkLst>
        </pc:spChg>
        <pc:spChg chg="add mod">
          <ac:chgData name="Katsara, Annita : BUK CDAO" userId="5a1071c6-7367-42cb-aac1-1ea479ec2dd6" providerId="ADAL" clId="{D73229C3-2BD4-45B7-A9B4-CFC8ECC4D76C}" dt="2026-10-28T13:48:44.515" v="499" actId="255"/>
          <ac:spMkLst>
            <pc:docMk/>
            <pc:sldMk cId="294127396" sldId="269"/>
            <ac:spMk id="5" creationId="{6AF053E9-EAF4-B2B0-467B-D14E15D89A3A}"/>
          </ac:spMkLst>
        </pc:spChg>
      </pc:sldChg>
      <pc:sldChg chg="modSp new mod modNotesTx">
        <pc:chgData name="Katsara, Annita : BUK CDAO" userId="5a1071c6-7367-42cb-aac1-1ea479ec2dd6" providerId="ADAL" clId="{D73229C3-2BD4-45B7-A9B4-CFC8ECC4D76C}" dt="2026-10-28T15:01:58.548" v="2507" actId="20577"/>
        <pc:sldMkLst>
          <pc:docMk/>
          <pc:sldMk cId="3451102614" sldId="270"/>
        </pc:sldMkLst>
        <pc:spChg chg="mod">
          <ac:chgData name="Katsara, Annita : BUK CDAO" userId="5a1071c6-7367-42cb-aac1-1ea479ec2dd6" providerId="ADAL" clId="{D73229C3-2BD4-45B7-A9B4-CFC8ECC4D76C}" dt="2026-10-28T14:52:10.005" v="2451" actId="113"/>
          <ac:spMkLst>
            <pc:docMk/>
            <pc:sldMk cId="3451102614" sldId="270"/>
            <ac:spMk id="2" creationId="{C74A192D-B953-6486-355A-5495AC0EC3B6}"/>
          </ac:spMkLst>
        </pc:spChg>
      </pc:sldChg>
      <pc:sldChg chg="addSp delSp modSp new mod modNotesTx">
        <pc:chgData name="Katsara, Annita : BUK CDAO" userId="5a1071c6-7367-42cb-aac1-1ea479ec2dd6" providerId="ADAL" clId="{D73229C3-2BD4-45B7-A9B4-CFC8ECC4D76C}" dt="2026-10-28T15:43:05.249" v="2781" actId="478"/>
        <pc:sldMkLst>
          <pc:docMk/>
          <pc:sldMk cId="392543607" sldId="271"/>
        </pc:sldMkLst>
        <pc:spChg chg="mod">
          <ac:chgData name="Katsara, Annita : BUK CDAO" userId="5a1071c6-7367-42cb-aac1-1ea479ec2dd6" providerId="ADAL" clId="{D73229C3-2BD4-45B7-A9B4-CFC8ECC4D76C}" dt="2026-10-28T14:52:23.621" v="2455" actId="113"/>
          <ac:spMkLst>
            <pc:docMk/>
            <pc:sldMk cId="392543607" sldId="271"/>
            <ac:spMk id="2" creationId="{6B5E0A4F-7BA3-75F9-BB1F-08082E29BD64}"/>
          </ac:spMkLst>
        </pc:spChg>
        <pc:spChg chg="del">
          <ac:chgData name="Katsara, Annita : BUK CDAO" userId="5a1071c6-7367-42cb-aac1-1ea479ec2dd6" providerId="ADAL" clId="{D73229C3-2BD4-45B7-A9B4-CFC8ECC4D76C}" dt="2026-10-28T13:34:08.266" v="285" actId="478"/>
          <ac:spMkLst>
            <pc:docMk/>
            <pc:sldMk cId="392543607" sldId="271"/>
            <ac:spMk id="3" creationId="{40A4888C-D84A-E636-D53C-9DC34CB4D39D}"/>
          </ac:spMkLst>
        </pc:spChg>
        <pc:spChg chg="add del mod">
          <ac:chgData name="Katsara, Annita : BUK CDAO" userId="5a1071c6-7367-42cb-aac1-1ea479ec2dd6" providerId="ADAL" clId="{D73229C3-2BD4-45B7-A9B4-CFC8ECC4D76C}" dt="2026-10-28T13:35:27.100" v="288"/>
          <ac:spMkLst>
            <pc:docMk/>
            <pc:sldMk cId="392543607" sldId="271"/>
            <ac:spMk id="4" creationId="{3D0D761B-4A42-1B14-16AD-356E51EA128D}"/>
          </ac:spMkLst>
        </pc:spChg>
        <pc:spChg chg="del mod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6" creationId="{D2A74CF6-DF0C-7F8F-C8D2-333C8DBBD100}"/>
          </ac:spMkLst>
        </pc:spChg>
        <pc:spChg chg="add del mod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8" creationId="{D93953E2-D89F-FA44-B90B-9F1B3414C2A9}"/>
          </ac:spMkLst>
        </pc:spChg>
        <pc:spChg chg="del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10" creationId="{608604B8-E112-DD66-D643-5FB7DA461798}"/>
          </ac:spMkLst>
        </pc:spChg>
        <pc:spChg chg="add del mod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12" creationId="{0EB75715-3348-07C2-E329-1A7C9D1145D0}"/>
          </ac:spMkLst>
        </pc:spChg>
        <pc:spChg chg="add del mod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14" creationId="{18150B33-3337-0609-B8E9-57FE59C2EB3E}"/>
          </ac:spMkLst>
        </pc:spChg>
        <pc:spChg chg="mod">
          <ac:chgData name="Katsara, Annita : BUK CDAO" userId="5a1071c6-7367-42cb-aac1-1ea479ec2dd6" providerId="ADAL" clId="{D73229C3-2BD4-45B7-A9B4-CFC8ECC4D76C}" dt="2026-10-28T13:39:06.807" v="362" actId="255"/>
          <ac:spMkLst>
            <pc:docMk/>
            <pc:sldMk cId="392543607" sldId="271"/>
            <ac:spMk id="16" creationId="{40E5215B-1CF9-F6E3-27F9-4CD496563AAD}"/>
          </ac:spMkLst>
        </pc:spChg>
        <pc:spChg chg="add del mod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18" creationId="{0DC923E0-35ED-1A15-A2DA-0A4B9FEF8ABE}"/>
          </ac:spMkLst>
        </pc:spChg>
        <pc:spChg chg="add del mod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20" creationId="{310789AE-5B99-5DBB-1023-1E5CBA56E9A4}"/>
          </ac:spMkLst>
        </pc:spChg>
        <pc:spChg chg="add del mod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22" creationId="{C42AF6D0-5A2D-2863-FF67-90EB2B6D8646}"/>
          </ac:spMkLst>
        </pc:spChg>
        <pc:spChg chg="mod">
          <ac:chgData name="Katsara, Annita : BUK CDAO" userId="5a1071c6-7367-42cb-aac1-1ea479ec2dd6" providerId="ADAL" clId="{D73229C3-2BD4-45B7-A9B4-CFC8ECC4D76C}" dt="2026-10-28T13:39:13.718" v="363" actId="255"/>
          <ac:spMkLst>
            <pc:docMk/>
            <pc:sldMk cId="392543607" sldId="271"/>
            <ac:spMk id="24" creationId="{285F0E0E-BF02-1AA2-76C2-6825380D963A}"/>
          </ac:spMkLst>
        </pc:spChg>
        <pc:spChg chg="mod">
          <ac:chgData name="Katsara, Annita : BUK CDAO" userId="5a1071c6-7367-42cb-aac1-1ea479ec2dd6" providerId="ADAL" clId="{D73229C3-2BD4-45B7-A9B4-CFC8ECC4D76C}" dt="2026-10-28T13:38:44.821" v="358" actId="255"/>
          <ac:spMkLst>
            <pc:docMk/>
            <pc:sldMk cId="392543607" sldId="271"/>
            <ac:spMk id="30" creationId="{CB5A043C-EFBE-2E13-C0F1-1ED5C762D7C4}"/>
          </ac:spMkLst>
        </pc:spChg>
        <pc:spChg chg="add del mod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32" creationId="{677B929D-41FD-3E03-9F68-BE33CF5F75C6}"/>
          </ac:spMkLst>
        </pc:spChg>
        <pc:spChg chg="del">
          <ac:chgData name="Katsara, Annita : BUK CDAO" userId="5a1071c6-7367-42cb-aac1-1ea479ec2dd6" providerId="ADAL" clId="{D73229C3-2BD4-45B7-A9B4-CFC8ECC4D76C}" dt="2026-10-28T13:52:47.592" v="543" actId="478"/>
          <ac:spMkLst>
            <pc:docMk/>
            <pc:sldMk cId="392543607" sldId="271"/>
            <ac:spMk id="34" creationId="{19689404-9B25-B274-CCF7-2C028AC76BDB}"/>
          </ac:spMkLst>
        </pc:spChg>
        <pc:spChg chg="del mod">
          <ac:chgData name="Katsara, Annita : BUK CDAO" userId="5a1071c6-7367-42cb-aac1-1ea479ec2dd6" providerId="ADAL" clId="{D73229C3-2BD4-45B7-A9B4-CFC8ECC4D76C}" dt="2026-10-28T13:39:28.519" v="368" actId="478"/>
          <ac:spMkLst>
            <pc:docMk/>
            <pc:sldMk cId="392543607" sldId="271"/>
            <ac:spMk id="36" creationId="{28F79157-6CEF-FBB4-E799-7A10CEB71EBC}"/>
          </ac:spMkLst>
        </pc:spChg>
        <pc:spChg chg="del">
          <ac:chgData name="Katsara, Annita : BUK CDAO" userId="5a1071c6-7367-42cb-aac1-1ea479ec2dd6" providerId="ADAL" clId="{D73229C3-2BD4-45B7-A9B4-CFC8ECC4D76C}" dt="2026-10-28T13:39:30.474" v="370" actId="478"/>
          <ac:spMkLst>
            <pc:docMk/>
            <pc:sldMk cId="392543607" sldId="271"/>
            <ac:spMk id="38" creationId="{D0EAD4F4-60FC-A234-8904-7E33EFAAC883}"/>
          </ac:spMkLst>
        </pc:spChg>
        <pc:spChg chg="add del mod">
          <ac:chgData name="Katsara, Annita : BUK CDAO" userId="5a1071c6-7367-42cb-aac1-1ea479ec2dd6" providerId="ADAL" clId="{D73229C3-2BD4-45B7-A9B4-CFC8ECC4D76C}" dt="2026-10-28T13:39:29.669" v="369" actId="478"/>
          <ac:spMkLst>
            <pc:docMk/>
            <pc:sldMk cId="392543607" sldId="271"/>
            <ac:spMk id="40" creationId="{AC0A1465-A29F-269B-3248-E6F32BAEE00D}"/>
          </ac:spMkLst>
        </pc:spChg>
        <pc:spChg chg="add del mod">
          <ac:chgData name="Katsara, Annita : BUK CDAO" userId="5a1071c6-7367-42cb-aac1-1ea479ec2dd6" providerId="ADAL" clId="{D73229C3-2BD4-45B7-A9B4-CFC8ECC4D76C}" dt="2026-10-28T13:39:27.571" v="367" actId="478"/>
          <ac:spMkLst>
            <pc:docMk/>
            <pc:sldMk cId="392543607" sldId="271"/>
            <ac:spMk id="42" creationId="{5C3EEEA7-6346-0A27-054E-A7D5F1E0373B}"/>
          </ac:spMkLst>
        </pc:spChg>
        <pc:spChg chg="del mod">
          <ac:chgData name="Katsara, Annita : BUK CDAO" userId="5a1071c6-7367-42cb-aac1-1ea479ec2dd6" providerId="ADAL" clId="{D73229C3-2BD4-45B7-A9B4-CFC8ECC4D76C}" dt="2026-10-28T13:52:51.997" v="545" actId="478"/>
          <ac:spMkLst>
            <pc:docMk/>
            <pc:sldMk cId="392543607" sldId="271"/>
            <ac:spMk id="44" creationId="{D9AE9441-715A-CDED-69BA-40B6FFE2C64B}"/>
          </ac:spMkLst>
        </pc:spChg>
        <pc:spChg chg="del">
          <ac:chgData name="Katsara, Annita : BUK CDAO" userId="5a1071c6-7367-42cb-aac1-1ea479ec2dd6" providerId="ADAL" clId="{D73229C3-2BD4-45B7-A9B4-CFC8ECC4D76C}" dt="2026-10-28T13:39:32.731" v="371" actId="478"/>
          <ac:spMkLst>
            <pc:docMk/>
            <pc:sldMk cId="392543607" sldId="271"/>
            <ac:spMk id="46" creationId="{F881B095-47F8-FFD5-13D5-CF6F5237829A}"/>
          </ac:spMkLst>
        </pc:spChg>
        <pc:spChg chg="add del mod">
          <ac:chgData name="Katsara, Annita : BUK CDAO" userId="5a1071c6-7367-42cb-aac1-1ea479ec2dd6" providerId="ADAL" clId="{D73229C3-2BD4-45B7-A9B4-CFC8ECC4D76C}" dt="2026-10-28T13:52:54.186" v="546" actId="478"/>
          <ac:spMkLst>
            <pc:docMk/>
            <pc:sldMk cId="392543607" sldId="271"/>
            <ac:spMk id="48" creationId="{BC2A7062-8CAA-C710-2B70-D2C8DC46636F}"/>
          </ac:spMkLst>
        </pc:spChg>
        <pc:spChg chg="del mod">
          <ac:chgData name="Katsara, Annita : BUK CDAO" userId="5a1071c6-7367-42cb-aac1-1ea479ec2dd6" providerId="ADAL" clId="{D73229C3-2BD4-45B7-A9B4-CFC8ECC4D76C}" dt="2026-10-28T13:53:22.051" v="551" actId="478"/>
          <ac:spMkLst>
            <pc:docMk/>
            <pc:sldMk cId="392543607" sldId="271"/>
            <ac:spMk id="50" creationId="{ACFBA99A-B6D1-601F-C873-42DA4DA09210}"/>
          </ac:spMkLst>
        </pc:spChg>
        <pc:spChg chg="add del mod">
          <ac:chgData name="Katsara, Annita : BUK CDAO" userId="5a1071c6-7367-42cb-aac1-1ea479ec2dd6" providerId="ADAL" clId="{D73229C3-2BD4-45B7-A9B4-CFC8ECC4D76C}" dt="2026-10-28T13:52:44.074" v="542" actId="478"/>
          <ac:spMkLst>
            <pc:docMk/>
            <pc:sldMk cId="392543607" sldId="271"/>
            <ac:spMk id="51" creationId="{337588DA-3E51-E34C-23B5-3859F8B2790B}"/>
          </ac:spMkLst>
        </pc:spChg>
        <pc:spChg chg="add mod">
          <ac:chgData name="Katsara, Annita : BUK CDAO" userId="5a1071c6-7367-42cb-aac1-1ea479ec2dd6" providerId="ADAL" clId="{D73229C3-2BD4-45B7-A9B4-CFC8ECC4D76C}" dt="2026-10-28T15:26:13.487" v="2658" actId="20577"/>
          <ac:spMkLst>
            <pc:docMk/>
            <pc:sldMk cId="392543607" sldId="271"/>
            <ac:spMk id="53" creationId="{89AE7CB9-8907-5707-F9C4-1EDB2758052E}"/>
          </ac:spMkLst>
        </pc:spChg>
        <pc:graphicFrameChg chg="add mod modGraphic">
          <ac:chgData name="Katsara, Annita : BUK CDAO" userId="5a1071c6-7367-42cb-aac1-1ea479ec2dd6" providerId="ADAL" clId="{D73229C3-2BD4-45B7-A9B4-CFC8ECC4D76C}" dt="2026-10-28T15:26:18.948" v="2659" actId="1076"/>
          <ac:graphicFrameMkLst>
            <pc:docMk/>
            <pc:sldMk cId="392543607" sldId="271"/>
            <ac:graphicFrameMk id="54" creationId="{CDC1B027-DBA9-03C6-3ACD-E63BAB85FAEE}"/>
          </ac:graphicFrameMkLst>
        </pc:graphicFrameChg>
        <pc:picChg chg="add del mod">
          <ac:chgData name="Katsara, Annita : BUK CDAO" userId="5a1071c6-7367-42cb-aac1-1ea479ec2dd6" providerId="ADAL" clId="{D73229C3-2BD4-45B7-A9B4-CFC8ECC4D76C}" dt="2026-10-28T15:43:05.249" v="2781" actId="478"/>
          <ac:picMkLst>
            <pc:docMk/>
            <pc:sldMk cId="392543607" sldId="271"/>
            <ac:picMk id="56" creationId="{6E94429E-AACC-C077-7563-1812E4328546}"/>
          </ac:picMkLst>
        </pc:picChg>
      </pc:sldChg>
      <pc:sldChg chg="add del">
        <pc:chgData name="Katsara, Annita : BUK CDAO" userId="5a1071c6-7367-42cb-aac1-1ea479ec2dd6" providerId="ADAL" clId="{D73229C3-2BD4-45B7-A9B4-CFC8ECC4D76C}" dt="2026-10-28T13:38:35.407" v="357" actId="47"/>
        <pc:sldMkLst>
          <pc:docMk/>
          <pc:sldMk cId="0" sldId="272"/>
        </pc:sldMkLst>
      </pc:sldChg>
      <pc:sldChg chg="modSp mod modNotesTx">
        <pc:chgData name="Katsara, Annita : BUK CDAO" userId="5a1071c6-7367-42cb-aac1-1ea479ec2dd6" providerId="ADAL" clId="{D73229C3-2BD4-45B7-A9B4-CFC8ECC4D76C}" dt="2026-10-28T15:02:47.228" v="2534" actId="20577"/>
        <pc:sldMkLst>
          <pc:docMk/>
          <pc:sldMk cId="173804960" sldId="273"/>
        </pc:sldMkLst>
        <pc:spChg chg="mod">
          <ac:chgData name="Katsara, Annita : BUK CDAO" userId="5a1071c6-7367-42cb-aac1-1ea479ec2dd6" providerId="ADAL" clId="{D73229C3-2BD4-45B7-A9B4-CFC8ECC4D76C}" dt="2026-10-28T14:52:16.900" v="2453" actId="113"/>
          <ac:spMkLst>
            <pc:docMk/>
            <pc:sldMk cId="173804960" sldId="273"/>
            <ac:spMk id="2" creationId="{9C457A8E-338E-5090-DE5D-A91B5A40411D}"/>
          </ac:spMkLst>
        </pc:spChg>
      </pc:sldChg>
      <pc:sldChg chg="addSp modSp add mod modNotesTx">
        <pc:chgData name="Katsara, Annita : BUK CDAO" userId="5a1071c6-7367-42cb-aac1-1ea479ec2dd6" providerId="ADAL" clId="{D73229C3-2BD4-45B7-A9B4-CFC8ECC4D76C}" dt="2026-10-28T16:01:22.627" v="2786" actId="20577"/>
        <pc:sldMkLst>
          <pc:docMk/>
          <pc:sldMk cId="3830810709" sldId="274"/>
        </pc:sldMkLst>
        <pc:spChg chg="mod">
          <ac:chgData name="Katsara, Annita : BUK CDAO" userId="5a1071c6-7367-42cb-aac1-1ea479ec2dd6" providerId="ADAL" clId="{D73229C3-2BD4-45B7-A9B4-CFC8ECC4D76C}" dt="2026-10-28T14:51:56.033" v="2449" actId="113"/>
          <ac:spMkLst>
            <pc:docMk/>
            <pc:sldMk cId="3830810709" sldId="274"/>
            <ac:spMk id="2" creationId="{B372776B-664B-3EAC-14B0-247F1DFC0DCE}"/>
          </ac:spMkLst>
        </pc:spChg>
        <pc:spChg chg="mod">
          <ac:chgData name="Katsara, Annita : BUK CDAO" userId="5a1071c6-7367-42cb-aac1-1ea479ec2dd6" providerId="ADAL" clId="{D73229C3-2BD4-45B7-A9B4-CFC8ECC4D76C}" dt="2026-10-28T13:52:10.069" v="538" actId="20577"/>
          <ac:spMkLst>
            <pc:docMk/>
            <pc:sldMk cId="3830810709" sldId="274"/>
            <ac:spMk id="5" creationId="{A3CBD688-142C-8B10-7B16-7A1EDC2BFB28}"/>
          </ac:spMkLst>
        </pc:spChg>
        <pc:graphicFrameChg chg="add mod modGraphic">
          <ac:chgData name="Katsara, Annita : BUK CDAO" userId="5a1071c6-7367-42cb-aac1-1ea479ec2dd6" providerId="ADAL" clId="{D73229C3-2BD4-45B7-A9B4-CFC8ECC4D76C}" dt="2026-10-28T13:52:03.975" v="527" actId="1076"/>
          <ac:graphicFrameMkLst>
            <pc:docMk/>
            <pc:sldMk cId="3830810709" sldId="274"/>
            <ac:graphicFrameMk id="3" creationId="{A76E936E-FA49-D8E7-A356-7589977871E8}"/>
          </ac:graphicFrameMkLst>
        </pc:graphicFrameChg>
      </pc:sldChg>
      <pc:sldChg chg="modSp mod modNotesTx">
        <pc:chgData name="Katsara, Annita : BUK CDAO" userId="5a1071c6-7367-42cb-aac1-1ea479ec2dd6" providerId="ADAL" clId="{D73229C3-2BD4-45B7-A9B4-CFC8ECC4D76C}" dt="2026-10-28T15:00:22.892" v="2466" actId="20577"/>
        <pc:sldMkLst>
          <pc:docMk/>
          <pc:sldMk cId="550468945" sldId="275"/>
        </pc:sldMkLst>
        <pc:spChg chg="mod">
          <ac:chgData name="Katsara, Annita : BUK CDAO" userId="5a1071c6-7367-42cb-aac1-1ea479ec2dd6" providerId="ADAL" clId="{D73229C3-2BD4-45B7-A9B4-CFC8ECC4D76C}" dt="2026-10-28T14:51:26.394" v="2442" actId="1076"/>
          <ac:spMkLst>
            <pc:docMk/>
            <pc:sldMk cId="550468945" sldId="275"/>
            <ac:spMk id="2" creationId="{16A2FEE8-CE8C-E75B-8D4D-91AF6BED4509}"/>
          </ac:spMkLst>
        </pc:spChg>
      </pc:sldChg>
      <pc:sldChg chg="addSp delSp modSp add mod modNotesTx">
        <pc:chgData name="Katsara, Annita : BUK CDAO" userId="5a1071c6-7367-42cb-aac1-1ea479ec2dd6" providerId="ADAL" clId="{D73229C3-2BD4-45B7-A9B4-CFC8ECC4D76C}" dt="2026-10-28T15:03:12.211" v="2543" actId="20577"/>
        <pc:sldMkLst>
          <pc:docMk/>
          <pc:sldMk cId="157390732" sldId="276"/>
        </pc:sldMkLst>
        <pc:spChg chg="mod">
          <ac:chgData name="Katsara, Annita : BUK CDAO" userId="5a1071c6-7367-42cb-aac1-1ea479ec2dd6" providerId="ADAL" clId="{D73229C3-2BD4-45B7-A9B4-CFC8ECC4D76C}" dt="2026-10-28T14:52:29.064" v="2457" actId="113"/>
          <ac:spMkLst>
            <pc:docMk/>
            <pc:sldMk cId="157390732" sldId="276"/>
            <ac:spMk id="2" creationId="{6C118D65-7C25-B398-D177-D7EE8EAC71A7}"/>
          </ac:spMkLst>
        </pc:spChg>
        <pc:spChg chg="add mod">
          <ac:chgData name="Katsara, Annita : BUK CDAO" userId="5a1071c6-7367-42cb-aac1-1ea479ec2dd6" providerId="ADAL" clId="{D73229C3-2BD4-45B7-A9B4-CFC8ECC4D76C}" dt="2026-10-28T14:21:50.380" v="2079" actId="14100"/>
          <ac:spMkLst>
            <pc:docMk/>
            <pc:sldMk cId="157390732" sldId="276"/>
            <ac:spMk id="3" creationId="{B60B5E4E-5AAF-2601-B6CC-CDC0D1FDB10D}"/>
          </ac:spMkLst>
        </pc:spChg>
        <pc:spChg chg="del mod">
          <ac:chgData name="Katsara, Annita : BUK CDAO" userId="5a1071c6-7367-42cb-aac1-1ea479ec2dd6" providerId="ADAL" clId="{D73229C3-2BD4-45B7-A9B4-CFC8ECC4D76C}" dt="2026-10-28T14:20:43.469" v="2069"/>
          <ac:spMkLst>
            <pc:docMk/>
            <pc:sldMk cId="157390732" sldId="276"/>
            <ac:spMk id="53" creationId="{0A30173E-06D0-FDD2-ED07-AB79A89AE46D}"/>
          </ac:spMkLst>
        </pc:spChg>
        <pc:graphicFrameChg chg="del">
          <ac:chgData name="Katsara, Annita : BUK CDAO" userId="5a1071c6-7367-42cb-aac1-1ea479ec2dd6" providerId="ADAL" clId="{D73229C3-2BD4-45B7-A9B4-CFC8ECC4D76C}" dt="2026-10-28T14:20:43.462" v="2067" actId="478"/>
          <ac:graphicFrameMkLst>
            <pc:docMk/>
            <pc:sldMk cId="157390732" sldId="276"/>
            <ac:graphicFrameMk id="54" creationId="{985EA127-9AC6-DB8D-E4C0-192A2A1AE178}"/>
          </ac:graphicFrameMkLst>
        </pc:graphicFrameChg>
      </pc:sldChg>
      <pc:sldChg chg="modSp mod ord">
        <pc:chgData name="Katsara, Annita : BUK CDAO" userId="5a1071c6-7367-42cb-aac1-1ea479ec2dd6" providerId="ADAL" clId="{D73229C3-2BD4-45B7-A9B4-CFC8ECC4D76C}" dt="2026-10-28T14:51:04.029" v="2435" actId="255"/>
        <pc:sldMkLst>
          <pc:docMk/>
          <pc:sldMk cId="2771697249" sldId="277"/>
        </pc:sldMkLst>
        <pc:spChg chg="mod">
          <ac:chgData name="Katsara, Annita : BUK CDAO" userId="5a1071c6-7367-42cb-aac1-1ea479ec2dd6" providerId="ADAL" clId="{D73229C3-2BD4-45B7-A9B4-CFC8ECC4D76C}" dt="2026-10-28T14:51:04.029" v="2435" actId="255"/>
          <ac:spMkLst>
            <pc:docMk/>
            <pc:sldMk cId="2771697249" sldId="277"/>
            <ac:spMk id="3" creationId="{A2AE950C-7F87-7049-483D-116F82029F8B}"/>
          </ac:spMkLst>
        </pc:spChg>
      </pc:sldChg>
      <pc:sldChg chg="new del">
        <pc:chgData name="Katsara, Annita : BUK CDAO" userId="5a1071c6-7367-42cb-aac1-1ea479ec2dd6" providerId="ADAL" clId="{D73229C3-2BD4-45B7-A9B4-CFC8ECC4D76C}" dt="2026-10-28T14:29:00.506" v="2196" actId="47"/>
        <pc:sldMkLst>
          <pc:docMk/>
          <pc:sldMk cId="1476467151" sldId="278"/>
        </pc:sldMkLst>
      </pc:sldChg>
      <pc:sldChg chg="addSp delSp modSp add mod modNotesTx">
        <pc:chgData name="Katsara, Annita : BUK CDAO" userId="5a1071c6-7367-42cb-aac1-1ea479ec2dd6" providerId="ADAL" clId="{D73229C3-2BD4-45B7-A9B4-CFC8ECC4D76C}" dt="2026-10-28T15:03:23.263" v="2552" actId="20577"/>
        <pc:sldMkLst>
          <pc:docMk/>
          <pc:sldMk cId="3279145534" sldId="279"/>
        </pc:sldMkLst>
        <pc:spChg chg="mod">
          <ac:chgData name="Katsara, Annita : BUK CDAO" userId="5a1071c6-7367-42cb-aac1-1ea479ec2dd6" providerId="ADAL" clId="{D73229C3-2BD4-45B7-A9B4-CFC8ECC4D76C}" dt="2026-10-28T14:52:39.526" v="2459" actId="113"/>
          <ac:spMkLst>
            <pc:docMk/>
            <pc:sldMk cId="3279145534" sldId="279"/>
            <ac:spMk id="2" creationId="{041EEB5F-06A0-EBF5-897C-751BAC95BB87}"/>
          </ac:spMkLst>
        </pc:spChg>
        <pc:spChg chg="del">
          <ac:chgData name="Katsara, Annita : BUK CDAO" userId="5a1071c6-7367-42cb-aac1-1ea479ec2dd6" providerId="ADAL" clId="{D73229C3-2BD4-45B7-A9B4-CFC8ECC4D76C}" dt="2026-10-28T14:35:34.725" v="2232" actId="478"/>
          <ac:spMkLst>
            <pc:docMk/>
            <pc:sldMk cId="3279145534" sldId="279"/>
            <ac:spMk id="3" creationId="{00000000-0000-0000-0000-000000000000}"/>
          </ac:spMkLst>
        </pc:spChg>
        <pc:spChg chg="del mod">
          <ac:chgData name="Katsara, Annita : BUK CDAO" userId="5a1071c6-7367-42cb-aac1-1ea479ec2dd6" providerId="ADAL" clId="{D73229C3-2BD4-45B7-A9B4-CFC8ECC4D76C}" dt="2026-10-28T14:33:55.661" v="2226" actId="478"/>
          <ac:spMkLst>
            <pc:docMk/>
            <pc:sldMk cId="3279145534" sldId="279"/>
            <ac:spMk id="3" creationId="{3E89C8FC-BBA1-9CA0-0C2A-28081825FA74}"/>
          </ac:spMkLst>
        </pc:spChg>
        <pc:spChg chg="add mod">
          <ac:chgData name="Katsara, Annita : BUK CDAO" userId="5a1071c6-7367-42cb-aac1-1ea479ec2dd6" providerId="ADAL" clId="{D73229C3-2BD4-45B7-A9B4-CFC8ECC4D76C}" dt="2026-10-28T14:35:37.700" v="2233" actId="1076"/>
          <ac:spMkLst>
            <pc:docMk/>
            <pc:sldMk cId="3279145534" sldId="279"/>
            <ac:spMk id="4" creationId="{00000000-0000-0000-0000-000000000000}"/>
          </ac:spMkLst>
        </pc:spChg>
        <pc:spChg chg="add">
          <ac:chgData name="Katsara, Annita : BUK CDAO" userId="5a1071c6-7367-42cb-aac1-1ea479ec2dd6" providerId="ADAL" clId="{D73229C3-2BD4-45B7-A9B4-CFC8ECC4D76C}" dt="2026-10-28T14:34:57.787" v="2231" actId="26606"/>
          <ac:spMkLst>
            <pc:docMk/>
            <pc:sldMk cId="3279145534" sldId="279"/>
            <ac:spMk id="5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6" creationId="{00000000-0000-0000-0000-000000000000}"/>
          </ac:spMkLst>
        </pc:spChg>
        <pc:spChg chg="add">
          <ac:chgData name="Katsara, Annita : BUK CDAO" userId="5a1071c6-7367-42cb-aac1-1ea479ec2dd6" providerId="ADAL" clId="{D73229C3-2BD4-45B7-A9B4-CFC8ECC4D76C}" dt="2026-10-28T14:34:57.787" v="2231" actId="26606"/>
          <ac:spMkLst>
            <pc:docMk/>
            <pc:sldMk cId="3279145534" sldId="279"/>
            <ac:spMk id="7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8" creationId="{00000000-0000-0000-0000-000000000000}"/>
          </ac:spMkLst>
        </pc:spChg>
        <pc:spChg chg="add">
          <ac:chgData name="Katsara, Annita : BUK CDAO" userId="5a1071c6-7367-42cb-aac1-1ea479ec2dd6" providerId="ADAL" clId="{D73229C3-2BD4-45B7-A9B4-CFC8ECC4D76C}" dt="2026-10-28T14:34:57.787" v="2231" actId="26606"/>
          <ac:spMkLst>
            <pc:docMk/>
            <pc:sldMk cId="3279145534" sldId="279"/>
            <ac:spMk id="9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10" creationId="{00000000-0000-0000-0000-000000000000}"/>
          </ac:spMkLst>
        </pc:spChg>
        <pc:spChg chg="add">
          <ac:chgData name="Katsara, Annita : BUK CDAO" userId="5a1071c6-7367-42cb-aac1-1ea479ec2dd6" providerId="ADAL" clId="{D73229C3-2BD4-45B7-A9B4-CFC8ECC4D76C}" dt="2026-10-28T14:34:57.787" v="2231" actId="26606"/>
          <ac:spMkLst>
            <pc:docMk/>
            <pc:sldMk cId="3279145534" sldId="279"/>
            <ac:spMk id="11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13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14" creationId="{00000000-0000-0000-0000-000000000000}"/>
          </ac:spMkLst>
        </pc:spChg>
        <pc:spChg chg="add 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15" creationId="{00000000-0000-0000-0000-000000000000}"/>
          </ac:spMkLst>
        </pc:spChg>
        <pc:spChg chg="add 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16" creationId="{00000000-0000-0000-0000-000000000000}"/>
          </ac:spMkLst>
        </pc:spChg>
        <pc:spChg chg="add 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18" creationId="{00000000-0000-0000-0000-000000000000}"/>
          </ac:spMkLst>
        </pc:spChg>
        <pc:spChg chg="add">
          <ac:chgData name="Katsara, Annita : BUK CDAO" userId="5a1071c6-7367-42cb-aac1-1ea479ec2dd6" providerId="ADAL" clId="{D73229C3-2BD4-45B7-A9B4-CFC8ECC4D76C}" dt="2026-10-28T14:34:57.787" v="2231" actId="26606"/>
          <ac:spMkLst>
            <pc:docMk/>
            <pc:sldMk cId="3279145534" sldId="279"/>
            <ac:spMk id="19" creationId="{00000000-0000-0000-0000-000000000000}"/>
          </ac:spMkLst>
        </pc:spChg>
        <pc:spChg chg="add">
          <ac:chgData name="Katsara, Annita : BUK CDAO" userId="5a1071c6-7367-42cb-aac1-1ea479ec2dd6" providerId="ADAL" clId="{D73229C3-2BD4-45B7-A9B4-CFC8ECC4D76C}" dt="2026-10-28T14:34:57.787" v="2231" actId="26606"/>
          <ac:spMkLst>
            <pc:docMk/>
            <pc:sldMk cId="3279145534" sldId="279"/>
            <ac:spMk id="20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21" creationId="{00000000-0000-0000-0000-000000000000}"/>
          </ac:spMkLst>
        </pc:spChg>
        <pc:spChg chg="mod">
          <ac:chgData name="Katsara, Annita : BUK CDAO" userId="5a1071c6-7367-42cb-aac1-1ea479ec2dd6" providerId="ADAL" clId="{D73229C3-2BD4-45B7-A9B4-CFC8ECC4D76C}" dt="2026-10-28T14:35:59.647" v="2279" actId="255"/>
          <ac:spMkLst>
            <pc:docMk/>
            <pc:sldMk cId="3279145534" sldId="279"/>
            <ac:spMk id="22" creationId="{00000000-0000-0000-0000-000000000000}"/>
          </ac:spMkLst>
        </pc:spChg>
        <pc:picChg chg="add mod replId">
          <ac:chgData name="Katsara, Annita : BUK CDAO" userId="5a1071c6-7367-42cb-aac1-1ea479ec2dd6" providerId="ADAL" clId="{D73229C3-2BD4-45B7-A9B4-CFC8ECC4D76C}" dt="2026-10-28T14:34:57.745" v="2230" actId="26606"/>
          <ac:picMkLst>
            <pc:docMk/>
            <pc:sldMk cId="3279145534" sldId="279"/>
            <ac:picMk id="23" creationId="{D19EC19A-85B3-E27E-AA65-D338431B4AEA}"/>
          </ac:picMkLst>
        </pc:picChg>
      </pc:sldChg>
      <pc:sldChg chg="addSp modSp add mod">
        <pc:chgData name="Katsara, Annita : BUK CDAO" userId="5a1071c6-7367-42cb-aac1-1ea479ec2dd6" providerId="ADAL" clId="{D73229C3-2BD4-45B7-A9B4-CFC8ECC4D76C}" dt="2026-10-28T14:51:18.636" v="2440" actId="113"/>
        <pc:sldMkLst>
          <pc:docMk/>
          <pc:sldMk cId="3119531127" sldId="280"/>
        </pc:sldMkLst>
        <pc:spChg chg="mod">
          <ac:chgData name="Katsara, Annita : BUK CDAO" userId="5a1071c6-7367-42cb-aac1-1ea479ec2dd6" providerId="ADAL" clId="{D73229C3-2BD4-45B7-A9B4-CFC8ECC4D76C}" dt="2026-10-28T14:51:18.636" v="2440" actId="113"/>
          <ac:spMkLst>
            <pc:docMk/>
            <pc:sldMk cId="3119531127" sldId="280"/>
            <ac:spMk id="3" creationId="{65F73B32-E212-CF30-0094-806ACDDFD63C}"/>
          </ac:spMkLst>
        </pc:spChg>
        <pc:spChg chg="mod">
          <ac:chgData name="Katsara, Annita : BUK CDAO" userId="5a1071c6-7367-42cb-aac1-1ea479ec2dd6" providerId="ADAL" clId="{D73229C3-2BD4-45B7-A9B4-CFC8ECC4D76C}" dt="2026-10-28T14:48:28.288" v="2410" actId="14100"/>
          <ac:spMkLst>
            <pc:docMk/>
            <pc:sldMk cId="3119531127" sldId="280"/>
            <ac:spMk id="4" creationId="{5205AFFD-8C97-C842-004C-72A5CD233E41}"/>
          </ac:spMkLst>
        </pc:spChg>
        <pc:picChg chg="add mod">
          <ac:chgData name="Katsara, Annita : BUK CDAO" userId="5a1071c6-7367-42cb-aac1-1ea479ec2dd6" providerId="ADAL" clId="{D73229C3-2BD4-45B7-A9B4-CFC8ECC4D76C}" dt="2026-10-28T14:48:17.424" v="2408" actId="14100"/>
          <ac:picMkLst>
            <pc:docMk/>
            <pc:sldMk cId="3119531127" sldId="280"/>
            <ac:picMk id="5" creationId="{A2C32D57-A9DB-9379-EAC4-FC508CB7C979}"/>
          </ac:picMkLst>
        </pc:picChg>
        <pc:picChg chg="add mod">
          <ac:chgData name="Katsara, Annita : BUK CDAO" userId="5a1071c6-7367-42cb-aac1-1ea479ec2dd6" providerId="ADAL" clId="{D73229C3-2BD4-45B7-A9B4-CFC8ECC4D76C}" dt="2026-10-28T14:48:22.166" v="2409" actId="14100"/>
          <ac:picMkLst>
            <pc:docMk/>
            <pc:sldMk cId="3119531127" sldId="280"/>
            <ac:picMk id="7" creationId="{1E41B3F7-5E3C-D089-F576-BA4BC9B0A219}"/>
          </ac:picMkLst>
        </pc:picChg>
        <pc:picChg chg="add mod">
          <ac:chgData name="Katsara, Annita : BUK CDAO" userId="5a1071c6-7367-42cb-aac1-1ea479ec2dd6" providerId="ADAL" clId="{D73229C3-2BD4-45B7-A9B4-CFC8ECC4D76C}" dt="2026-10-28T14:47:59.079" v="2402" actId="14100"/>
          <ac:picMkLst>
            <pc:docMk/>
            <pc:sldMk cId="3119531127" sldId="280"/>
            <ac:picMk id="8" creationId="{C4A74298-E84C-511B-37CA-5E76A2C1F54F}"/>
          </ac:picMkLst>
        </pc:picChg>
      </pc:sldChg>
      <pc:sldChg chg="modSp mod">
        <pc:chgData name="Katsara, Annita : BUK CDAO" userId="5a1071c6-7367-42cb-aac1-1ea479ec2dd6" providerId="ADAL" clId="{D73229C3-2BD4-45B7-A9B4-CFC8ECC4D76C}" dt="2026-10-28T14:51:12.801" v="2438" actId="1076"/>
        <pc:sldMkLst>
          <pc:docMk/>
          <pc:sldMk cId="1486673803" sldId="281"/>
        </pc:sldMkLst>
        <pc:spChg chg="mod">
          <ac:chgData name="Katsara, Annita : BUK CDAO" userId="5a1071c6-7367-42cb-aac1-1ea479ec2dd6" providerId="ADAL" clId="{D73229C3-2BD4-45B7-A9B4-CFC8ECC4D76C}" dt="2026-10-28T14:51:12.801" v="2438" actId="1076"/>
          <ac:spMkLst>
            <pc:docMk/>
            <pc:sldMk cId="1486673803" sldId="281"/>
            <ac:spMk id="2" creationId="{19703708-ACC5-B4AC-F9B4-2FE8023DBA8C}"/>
          </ac:spMkLst>
        </pc:spChg>
      </pc:sldChg>
      <pc:sldMasterChg chg="delSldLayout">
        <pc:chgData name="Katsara, Annita : BUK CDAO" userId="5a1071c6-7367-42cb-aac1-1ea479ec2dd6" providerId="ADAL" clId="{D73229C3-2BD4-45B7-A9B4-CFC8ECC4D76C}" dt="2026-10-28T13:38:35.407" v="357" actId="47"/>
        <pc:sldMasterMkLst>
          <pc:docMk/>
          <pc:sldMasterMk cId="1040252409" sldId="2147483648"/>
        </pc:sldMasterMkLst>
        <pc:sldLayoutChg chg="del">
          <pc:chgData name="Katsara, Annita : BUK CDAO" userId="5a1071c6-7367-42cb-aac1-1ea479ec2dd6" providerId="ADAL" clId="{D73229C3-2BD4-45B7-A9B4-CFC8ECC4D76C}" dt="2026-10-28T13:38:35.407" v="357" actId="47"/>
          <pc:sldLayoutMkLst>
            <pc:docMk/>
            <pc:sldMasterMk cId="1040252409" sldId="2147483648"/>
            <pc:sldLayoutMk cId="2794004313" sldId="2147483660"/>
          </pc:sldLayoutMkLst>
        </pc:sldLayoutChg>
      </pc:sldMasterChg>
    </pc:docChg>
  </pc:docChgLst>
  <pc:docChgLst>
    <pc:chgData name="Mehendale, Milind : IT (LDN)" userId="S::milind.mehendale@barclays.com::b9bc526c-3e07-4101-904f-0af22b27df94" providerId="AD" clId="Web-{00000000-0000-0000-0000-000000000000}"/>
    <pc:docChg chg="modSld">
      <pc:chgData name="Mehendale, Milind : IT (LDN)" userId="S::milind.mehendale@barclays.com::b9bc526c-3e07-4101-904f-0af22b27df94" providerId="AD" clId="Web-{00000000-0000-0000-0000-000000000000}" dt="2026-10-28T15:07:09.941" v="4" actId="20577"/>
      <pc:docMkLst>
        <pc:docMk/>
      </pc:docMkLst>
      <pc:sldChg chg="modSp">
        <pc:chgData name="Mehendale, Milind : IT (LDN)" userId="S::milind.mehendale@barclays.com::b9bc526c-3e07-4101-904f-0af22b27df94" providerId="AD" clId="Web-{00000000-0000-0000-0000-000000000000}" dt="2026-10-28T15:07:09.941" v="4" actId="20577"/>
        <pc:sldMkLst>
          <pc:docMk/>
          <pc:sldMk cId="2771697249" sldId="277"/>
        </pc:sldMkLst>
        <pc:spChg chg="mod">
          <ac:chgData name="Mehendale, Milind : IT (LDN)" userId="S::milind.mehendale@barclays.com::b9bc526c-3e07-4101-904f-0af22b27df94" providerId="AD" clId="Web-{00000000-0000-0000-0000-000000000000}" dt="2026-10-28T15:07:09.941" v="4" actId="20577"/>
          <ac:spMkLst>
            <pc:docMk/>
            <pc:sldMk cId="2771697249" sldId="277"/>
            <ac:spMk id="4" creationId="{BE3F09FD-8024-F482-802D-718438E2C068}"/>
          </ac:spMkLst>
        </pc:spChg>
      </pc:sldChg>
    </pc:docChg>
  </pc:docChgLst>
  <pc:docChgLst>
    <pc:chgData name="Mehendale, Milind : IT (LDN)" userId="S::milind.mehendale@barclays.com::b9bc526c-3e07-4101-904f-0af22b27df94" providerId="AD" clId="Web-{3A77CFBC-C555-77A5-18F7-88C0E2C67ED9}"/>
    <pc:docChg chg="addSld delSld modSld">
      <pc:chgData name="Mehendale, Milind : IT (LDN)" userId="S::milind.mehendale@barclays.com::b9bc526c-3e07-4101-904f-0af22b27df94" providerId="AD" clId="Web-{3A77CFBC-C555-77A5-18F7-88C0E2C67ED9}" dt="2026-10-28T14:51:52.187" v="654"/>
      <pc:docMkLst>
        <pc:docMk/>
      </pc:docMkLst>
      <pc:sldChg chg="delSp modSp">
        <pc:chgData name="Mehendale, Milind : IT (LDN)" userId="S::milind.mehendale@barclays.com::b9bc526c-3e07-4101-904f-0af22b27df94" providerId="AD" clId="Web-{3A77CFBC-C555-77A5-18F7-88C0E2C67ED9}" dt="2026-10-28T14:41:18.446" v="588"/>
        <pc:sldMkLst>
          <pc:docMk/>
          <pc:sldMk cId="2449855992" sldId="261"/>
        </pc:sldMkLst>
        <pc:spChg chg="mod">
          <ac:chgData name="Mehendale, Milind : IT (LDN)" userId="S::milind.mehendale@barclays.com::b9bc526c-3e07-4101-904f-0af22b27df94" providerId="AD" clId="Web-{3A77CFBC-C555-77A5-18F7-88C0E2C67ED9}" dt="2026-10-28T14:19:43.697" v="419" actId="20577"/>
          <ac:spMkLst>
            <pc:docMk/>
            <pc:sldMk cId="2449855992" sldId="261"/>
            <ac:spMk id="2" creationId="{3C5AFA6A-9203-31F9-DF1D-282769142C78}"/>
          </ac:spMkLst>
        </pc:spChg>
        <pc:spChg chg="del">
          <ac:chgData name="Mehendale, Milind : IT (LDN)" userId="S::milind.mehendale@barclays.com::b9bc526c-3e07-4101-904f-0af22b27df94" providerId="AD" clId="Web-{3A77CFBC-C555-77A5-18F7-88C0E2C67ED9}" dt="2026-10-28T14:15:14.750" v="372"/>
          <ac:spMkLst>
            <pc:docMk/>
            <pc:sldMk cId="2449855992" sldId="261"/>
            <ac:spMk id="5" creationId="{F9076B28-0929-BDB5-91C6-0B75FB877175}"/>
          </ac:spMkLst>
        </pc:spChg>
        <pc:picChg chg="del">
          <ac:chgData name="Mehendale, Milind : IT (LDN)" userId="S::milind.mehendale@barclays.com::b9bc526c-3e07-4101-904f-0af22b27df94" providerId="AD" clId="Web-{3A77CFBC-C555-77A5-18F7-88C0E2C67ED9}" dt="2026-10-28T14:41:18.446" v="588"/>
          <ac:picMkLst>
            <pc:docMk/>
            <pc:sldMk cId="2449855992" sldId="261"/>
            <ac:picMk id="7" creationId="{E5178C8C-D169-BA94-2D50-72C2F7A3CFC4}"/>
          </ac:picMkLst>
        </pc:picChg>
      </pc:sldChg>
      <pc:sldChg chg="modSp">
        <pc:chgData name="Mehendale, Milind : IT (LDN)" userId="S::milind.mehendale@barclays.com::b9bc526c-3e07-4101-904f-0af22b27df94" providerId="AD" clId="Web-{3A77CFBC-C555-77A5-18F7-88C0E2C67ED9}" dt="2026-10-28T14:16:34.878" v="393" actId="20577"/>
        <pc:sldMkLst>
          <pc:docMk/>
          <pc:sldMk cId="1888740608" sldId="262"/>
        </pc:sldMkLst>
        <pc:spChg chg="mod">
          <ac:chgData name="Mehendale, Milind : IT (LDN)" userId="S::milind.mehendale@barclays.com::b9bc526c-3e07-4101-904f-0af22b27df94" providerId="AD" clId="Web-{3A77CFBC-C555-77A5-18F7-88C0E2C67ED9}" dt="2026-10-28T14:16:34.878" v="393" actId="20577"/>
          <ac:spMkLst>
            <pc:docMk/>
            <pc:sldMk cId="1888740608" sldId="262"/>
            <ac:spMk id="2" creationId="{A76E472E-E149-4115-633A-0A9F9D5F6CF4}"/>
          </ac:spMkLst>
        </pc:spChg>
      </pc:sldChg>
      <pc:sldChg chg="del">
        <pc:chgData name="Mehendale, Milind : IT (LDN)" userId="S::milind.mehendale@barclays.com::b9bc526c-3e07-4101-904f-0af22b27df94" providerId="AD" clId="Web-{3A77CFBC-C555-77A5-18F7-88C0E2C67ED9}" dt="2026-10-28T14:51:52.187" v="654"/>
        <pc:sldMkLst>
          <pc:docMk/>
          <pc:sldMk cId="3610078647" sldId="265"/>
        </pc:sldMkLst>
      </pc:sldChg>
      <pc:sldChg chg="new del">
        <pc:chgData name="Mehendale, Milind : IT (LDN)" userId="S::milind.mehendale@barclays.com::b9bc526c-3e07-4101-904f-0af22b27df94" providerId="AD" clId="Web-{3A77CFBC-C555-77A5-18F7-88C0E2C67ED9}" dt="2026-10-28T14:10:59.319" v="359"/>
        <pc:sldMkLst>
          <pc:docMk/>
          <pc:sldMk cId="3096386940" sldId="272"/>
        </pc:sldMkLst>
      </pc:sldChg>
      <pc:sldChg chg="addSp delSp modSp new">
        <pc:chgData name="Mehendale, Milind : IT (LDN)" userId="S::milind.mehendale@barclays.com::b9bc526c-3e07-4101-904f-0af22b27df94" providerId="AD" clId="Web-{3A77CFBC-C555-77A5-18F7-88C0E2C67ED9}" dt="2026-10-28T14:19:18.415" v="417" actId="1076"/>
        <pc:sldMkLst>
          <pc:docMk/>
          <pc:sldMk cId="173804960" sldId="273"/>
        </pc:sldMkLst>
        <pc:spChg chg="mod">
          <ac:chgData name="Mehendale, Milind : IT (LDN)" userId="S::milind.mehendale@barclays.com::b9bc526c-3e07-4101-904f-0af22b27df94" providerId="AD" clId="Web-{3A77CFBC-C555-77A5-18F7-88C0E2C67ED9}" dt="2026-10-28T13:43:26.901" v="29" actId="20577"/>
          <ac:spMkLst>
            <pc:docMk/>
            <pc:sldMk cId="173804960" sldId="273"/>
            <ac:spMk id="2" creationId="{9C457A8E-338E-5090-DE5D-A91B5A40411D}"/>
          </ac:spMkLst>
        </pc:spChg>
        <pc:spChg chg="mod">
          <ac:chgData name="Mehendale, Milind : IT (LDN)" userId="S::milind.mehendale@barclays.com::b9bc526c-3e07-4101-904f-0af22b27df94" providerId="AD" clId="Web-{3A77CFBC-C555-77A5-18F7-88C0E2C67ED9}" dt="2026-10-28T14:19:18.227" v="416" actId="1076"/>
          <ac:spMkLst>
            <pc:docMk/>
            <pc:sldMk cId="173804960" sldId="273"/>
            <ac:spMk id="3" creationId="{99FD6698-D1F3-ECB5-3B87-F659064BC27D}"/>
          </ac:spMkLst>
        </pc:spChg>
        <pc:spChg chg="add del">
          <ac:chgData name="Mehendale, Milind : IT (LDN)" userId="S::milind.mehendale@barclays.com::b9bc526c-3e07-4101-904f-0af22b27df94" providerId="AD" clId="Web-{3A77CFBC-C555-77A5-18F7-88C0E2C67ED9}" dt="2026-10-28T14:01:59.691" v="319"/>
          <ac:spMkLst>
            <pc:docMk/>
            <pc:sldMk cId="173804960" sldId="273"/>
            <ac:spMk id="5" creationId="{D9FBF833-E1C1-A338-37F2-77E218BFE167}"/>
          </ac:spMkLst>
        </pc:spChg>
        <pc:spChg chg="add del">
          <ac:chgData name="Mehendale, Milind : IT (LDN)" userId="S::milind.mehendale@barclays.com::b9bc526c-3e07-4101-904f-0af22b27df94" providerId="AD" clId="Web-{3A77CFBC-C555-77A5-18F7-88C0E2C67ED9}" dt="2026-10-28T14:02:03.722" v="321"/>
          <ac:spMkLst>
            <pc:docMk/>
            <pc:sldMk cId="173804960" sldId="273"/>
            <ac:spMk id="6" creationId="{99FEB4A2-950E-9B27-1C3A-6F8322E7030D}"/>
          </ac:spMkLst>
        </pc:spChg>
        <pc:spChg chg="add del">
          <ac:chgData name="Mehendale, Milind : IT (LDN)" userId="S::milind.mehendale@barclays.com::b9bc526c-3e07-4101-904f-0af22b27df94" providerId="AD" clId="Web-{3A77CFBC-C555-77A5-18F7-88C0E2C67ED9}" dt="2026-10-28T14:02:34.114" v="323"/>
          <ac:spMkLst>
            <pc:docMk/>
            <pc:sldMk cId="173804960" sldId="273"/>
            <ac:spMk id="7" creationId="{E9DA8E13-1467-9DE3-1AC6-4DB4D851FAE6}"/>
          </ac:spMkLst>
        </pc:spChg>
        <pc:spChg chg="add del mod">
          <ac:chgData name="Mehendale, Milind : IT (LDN)" userId="S::milind.mehendale@barclays.com::b9bc526c-3e07-4101-904f-0af22b27df94" providerId="AD" clId="Web-{3A77CFBC-C555-77A5-18F7-88C0E2C67ED9}" dt="2026-10-28T14:03:34.256" v="332"/>
          <ac:spMkLst>
            <pc:docMk/>
            <pc:sldMk cId="173804960" sldId="273"/>
            <ac:spMk id="8" creationId="{6C541234-6FA2-4BE5-682B-9ECF65BC618B}"/>
          </ac:spMkLst>
        </pc:spChg>
        <pc:spChg chg="add del mod">
          <ac:chgData name="Mehendale, Milind : IT (LDN)" userId="S::milind.mehendale@barclays.com::b9bc526c-3e07-4101-904f-0af22b27df94" providerId="AD" clId="Web-{3A77CFBC-C555-77A5-18F7-88C0E2C67ED9}" dt="2026-10-28T14:03:56.523" v="336"/>
          <ac:spMkLst>
            <pc:docMk/>
            <pc:sldMk cId="173804960" sldId="273"/>
            <ac:spMk id="9" creationId="{6AB9471E-64F0-6E36-6E58-D946EC776211}"/>
          </ac:spMkLst>
        </pc:spChg>
        <pc:spChg chg="add mod">
          <ac:chgData name="Mehendale, Milind : IT (LDN)" userId="S::milind.mehendale@barclays.com::b9bc526c-3e07-4101-904f-0af22b27df94" providerId="AD" clId="Web-{3A77CFBC-C555-77A5-18F7-88C0E2C67ED9}" dt="2026-10-28T14:19:18.415" v="417" actId="1076"/>
          <ac:spMkLst>
            <pc:docMk/>
            <pc:sldMk cId="173804960" sldId="273"/>
            <ac:spMk id="10" creationId="{B85651D9-E443-A71F-354D-AF561FC67603}"/>
          </ac:spMkLst>
        </pc:spChg>
        <pc:spChg chg="add del mod">
          <ac:chgData name="Mehendale, Milind : IT (LDN)" userId="S::milind.mehendale@barclays.com::b9bc526c-3e07-4101-904f-0af22b27df94" providerId="AD" clId="Web-{3A77CFBC-C555-77A5-18F7-88C0E2C67ED9}" dt="2026-10-28T14:19:13.649" v="413"/>
          <ac:spMkLst>
            <pc:docMk/>
            <pc:sldMk cId="173804960" sldId="273"/>
            <ac:spMk id="11" creationId="{33FA4CEF-AAAA-61B8-5103-7216E39803D8}"/>
          </ac:spMkLst>
        </pc:spChg>
        <pc:graphicFrameChg chg="add mod modGraphic">
          <ac:chgData name="Mehendale, Milind : IT (LDN)" userId="S::milind.mehendale@barclays.com::b9bc526c-3e07-4101-904f-0af22b27df94" providerId="AD" clId="Web-{3A77CFBC-C555-77A5-18F7-88C0E2C67ED9}" dt="2026-10-28T14:00:39.797" v="311"/>
          <ac:graphicFrameMkLst>
            <pc:docMk/>
            <pc:sldMk cId="173804960" sldId="273"/>
            <ac:graphicFrameMk id="4" creationId="{D71E1CE5-6C26-DCD4-BCD5-7E3682984065}"/>
          </ac:graphicFrameMkLst>
        </pc:graphicFrameChg>
      </pc:sldChg>
      <pc:sldChg chg="addSp delSp modSp new">
        <pc:chgData name="Mehendale, Milind : IT (LDN)" userId="S::milind.mehendale@barclays.com::b9bc526c-3e07-4101-904f-0af22b27df94" providerId="AD" clId="Web-{3A77CFBC-C555-77A5-18F7-88C0E2C67ED9}" dt="2026-10-28T14:19:36.431" v="418" actId="20577"/>
        <pc:sldMkLst>
          <pc:docMk/>
          <pc:sldMk cId="550468945" sldId="275"/>
        </pc:sldMkLst>
        <pc:spChg chg="mod">
          <ac:chgData name="Mehendale, Milind : IT (LDN)" userId="S::milind.mehendale@barclays.com::b9bc526c-3e07-4101-904f-0af22b27df94" providerId="AD" clId="Web-{3A77CFBC-C555-77A5-18F7-88C0E2C67ED9}" dt="2026-10-28T14:19:36.431" v="418" actId="20577"/>
          <ac:spMkLst>
            <pc:docMk/>
            <pc:sldMk cId="550468945" sldId="275"/>
            <ac:spMk id="2" creationId="{16A2FEE8-CE8C-E75B-8D4D-91AF6BED4509}"/>
          </ac:spMkLst>
        </pc:spChg>
        <pc:spChg chg="del mod">
          <ac:chgData name="Mehendale, Milind : IT (LDN)" userId="S::milind.mehendale@barclays.com::b9bc526c-3e07-4101-904f-0af22b27df94" providerId="AD" clId="Web-{3A77CFBC-C555-77A5-18F7-88C0E2C67ED9}" dt="2026-10-28T14:15:29.860" v="375"/>
          <ac:spMkLst>
            <pc:docMk/>
            <pc:sldMk cId="550468945" sldId="275"/>
            <ac:spMk id="3" creationId="{F2E3A595-EDA3-4968-E4E4-3281424E4B3A}"/>
          </ac:spMkLst>
        </pc:spChg>
        <pc:spChg chg="add mod">
          <ac:chgData name="Mehendale, Milind : IT (LDN)" userId="S::milind.mehendale@barclays.com::b9bc526c-3e07-4101-904f-0af22b27df94" providerId="AD" clId="Web-{3A77CFBC-C555-77A5-18F7-88C0E2C67ED9}" dt="2026-10-28T14:15:42.220" v="383" actId="20577"/>
          <ac:spMkLst>
            <pc:docMk/>
            <pc:sldMk cId="550468945" sldId="275"/>
            <ac:spMk id="4" creationId="{F9076B28-0929-BDB5-91C6-0B75FB877175}"/>
          </ac:spMkLst>
        </pc:spChg>
      </pc:sldChg>
      <pc:sldChg chg="addSp delSp modSp new">
        <pc:chgData name="Mehendale, Milind : IT (LDN)" userId="S::milind.mehendale@barclays.com::b9bc526c-3e07-4101-904f-0af22b27df94" providerId="AD" clId="Web-{3A77CFBC-C555-77A5-18F7-88C0E2C67ED9}" dt="2026-10-28T14:42:58.215" v="616" actId="20577"/>
        <pc:sldMkLst>
          <pc:docMk/>
          <pc:sldMk cId="2771697249" sldId="277"/>
        </pc:sldMkLst>
        <pc:spChg chg="add del mod">
          <ac:chgData name="Mehendale, Milind : IT (LDN)" userId="S::milind.mehendale@barclays.com::b9bc526c-3e07-4101-904f-0af22b27df94" providerId="AD" clId="Web-{3A77CFBC-C555-77A5-18F7-88C0E2C67ED9}" dt="2026-10-28T14:21:04.950" v="423"/>
          <ac:spMkLst>
            <pc:docMk/>
            <pc:sldMk cId="2771697249" sldId="277"/>
            <ac:spMk id="2" creationId="{14B162C4-5820-22DA-D08E-D1110175DE97}"/>
          </ac:spMkLst>
        </pc:spChg>
        <pc:spChg chg="add mod">
          <ac:chgData name="Mehendale, Milind : IT (LDN)" userId="S::milind.mehendale@barclays.com::b9bc526c-3e07-4101-904f-0af22b27df94" providerId="AD" clId="Web-{3A77CFBC-C555-77A5-18F7-88C0E2C67ED9}" dt="2026-10-28T14:21:35.310" v="437" actId="14100"/>
          <ac:spMkLst>
            <pc:docMk/>
            <pc:sldMk cId="2771697249" sldId="277"/>
            <ac:spMk id="3" creationId="{A2AE950C-7F87-7049-483D-116F82029F8B}"/>
          </ac:spMkLst>
        </pc:spChg>
        <pc:spChg chg="add mod">
          <ac:chgData name="Mehendale, Milind : IT (LDN)" userId="S::milind.mehendale@barclays.com::b9bc526c-3e07-4101-904f-0af22b27df94" providerId="AD" clId="Web-{3A77CFBC-C555-77A5-18F7-88C0E2C67ED9}" dt="2026-10-28T14:42:58.215" v="616" actId="20577"/>
          <ac:spMkLst>
            <pc:docMk/>
            <pc:sldMk cId="2771697249" sldId="277"/>
            <ac:spMk id="4" creationId="{BE3F09FD-8024-F482-802D-718438E2C068}"/>
          </ac:spMkLst>
        </pc:spChg>
        <pc:spChg chg="add del">
          <ac:chgData name="Mehendale, Milind : IT (LDN)" userId="S::milind.mehendale@barclays.com::b9bc526c-3e07-4101-904f-0af22b27df94" providerId="AD" clId="Web-{3A77CFBC-C555-77A5-18F7-88C0E2C67ED9}" dt="2026-10-28T14:23:27.377" v="445"/>
          <ac:spMkLst>
            <pc:docMk/>
            <pc:sldMk cId="2771697249" sldId="277"/>
            <ac:spMk id="5" creationId="{28C8C902-3A1D-1565-9294-61219772DAE7}"/>
          </ac:spMkLst>
        </pc:spChg>
      </pc:sldChg>
      <pc:sldChg chg="addSp delSp modSp new">
        <pc:chgData name="Mehendale, Milind : IT (LDN)" userId="S::milind.mehendale@barclays.com::b9bc526c-3e07-4101-904f-0af22b27df94" providerId="AD" clId="Web-{3A77CFBC-C555-77A5-18F7-88C0E2C67ED9}" dt="2026-10-28T14:44:00.577" v="653" actId="14100"/>
        <pc:sldMkLst>
          <pc:docMk/>
          <pc:sldMk cId="1486673803" sldId="281"/>
        </pc:sldMkLst>
        <pc:spChg chg="mod">
          <ac:chgData name="Mehendale, Milind : IT (LDN)" userId="S::milind.mehendale@barclays.com::b9bc526c-3e07-4101-904f-0af22b27df94" providerId="AD" clId="Web-{3A77CFBC-C555-77A5-18F7-88C0E2C67ED9}" dt="2026-10-28T14:40:22.475" v="587" actId="20577"/>
          <ac:spMkLst>
            <pc:docMk/>
            <pc:sldMk cId="1486673803" sldId="281"/>
            <ac:spMk id="2" creationId="{19703708-ACC5-B4AC-F9B4-2FE8023DBA8C}"/>
          </ac:spMkLst>
        </pc:spChg>
        <pc:spChg chg="del mod">
          <ac:chgData name="Mehendale, Milind : IT (LDN)" userId="S::milind.mehendale@barclays.com::b9bc526c-3e07-4101-904f-0af22b27df94" providerId="AD" clId="Web-{3A77CFBC-C555-77A5-18F7-88C0E2C67ED9}" dt="2026-10-28T14:41:23.712" v="590"/>
          <ac:spMkLst>
            <pc:docMk/>
            <pc:sldMk cId="1486673803" sldId="281"/>
            <ac:spMk id="3" creationId="{403ED7D3-93F5-37F3-9041-59E3D3F8F99A}"/>
          </ac:spMkLst>
        </pc:spChg>
        <pc:spChg chg="add del">
          <ac:chgData name="Mehendale, Milind : IT (LDN)" userId="S::milind.mehendale@barclays.com::b9bc526c-3e07-4101-904f-0af22b27df94" providerId="AD" clId="Web-{3A77CFBC-C555-77A5-18F7-88C0E2C67ED9}" dt="2026-10-28T14:42:15.682" v="602"/>
          <ac:spMkLst>
            <pc:docMk/>
            <pc:sldMk cId="1486673803" sldId="281"/>
            <ac:spMk id="5" creationId="{0A1F6C41-F239-8B14-D7E2-9ADDBBB172C6}"/>
          </ac:spMkLst>
        </pc:spChg>
        <pc:spChg chg="add del">
          <ac:chgData name="Mehendale, Milind : IT (LDN)" userId="S::milind.mehendale@barclays.com::b9bc526c-3e07-4101-904f-0af22b27df94" providerId="AD" clId="Web-{3A77CFBC-C555-77A5-18F7-88C0E2C67ED9}" dt="2026-10-28T14:42:16.213" v="604"/>
          <ac:spMkLst>
            <pc:docMk/>
            <pc:sldMk cId="1486673803" sldId="281"/>
            <ac:spMk id="6" creationId="{F8313410-9FFD-6F7D-8827-6378252AFD38}"/>
          </ac:spMkLst>
        </pc:spChg>
        <pc:spChg chg="add del mod">
          <ac:chgData name="Mehendale, Milind : IT (LDN)" userId="S::milind.mehendale@barclays.com::b9bc526c-3e07-4101-904f-0af22b27df94" providerId="AD" clId="Web-{3A77CFBC-C555-77A5-18F7-88C0E2C67ED9}" dt="2026-10-28T14:42:24.573" v="607"/>
          <ac:spMkLst>
            <pc:docMk/>
            <pc:sldMk cId="1486673803" sldId="281"/>
            <ac:spMk id="7" creationId="{D0AF84A5-943E-75BB-A553-CD10455A126F}"/>
          </ac:spMkLst>
        </pc:spChg>
        <pc:spChg chg="add del">
          <ac:chgData name="Mehendale, Milind : IT (LDN)" userId="S::milind.mehendale@barclays.com::b9bc526c-3e07-4101-904f-0af22b27df94" providerId="AD" clId="Web-{3A77CFBC-C555-77A5-18F7-88C0E2C67ED9}" dt="2026-10-28T14:42:25.901" v="609"/>
          <ac:spMkLst>
            <pc:docMk/>
            <pc:sldMk cId="1486673803" sldId="281"/>
            <ac:spMk id="8" creationId="{32ED8AD6-7CEA-C91D-B0BB-E1565EF79E09}"/>
          </ac:spMkLst>
        </pc:spChg>
        <pc:spChg chg="add mod">
          <ac:chgData name="Mehendale, Milind : IT (LDN)" userId="S::milind.mehendale@barclays.com::b9bc526c-3e07-4101-904f-0af22b27df94" providerId="AD" clId="Web-{3A77CFBC-C555-77A5-18F7-88C0E2C67ED9}" dt="2026-10-28T14:43:52.014" v="651"/>
          <ac:spMkLst>
            <pc:docMk/>
            <pc:sldMk cId="1486673803" sldId="281"/>
            <ac:spMk id="9" creationId="{CFDD62D5-C56F-EF67-9A2A-E657FBB7032F}"/>
          </ac:spMkLst>
        </pc:spChg>
        <pc:picChg chg="add mod ord modCrop">
          <ac:chgData name="Mehendale, Milind : IT (LDN)" userId="S::milind.mehendale@barclays.com::b9bc526c-3e07-4101-904f-0af22b27df94" providerId="AD" clId="Web-{3A77CFBC-C555-77A5-18F7-88C0E2C67ED9}" dt="2026-10-28T14:44:00.577" v="653" actId="14100"/>
          <ac:picMkLst>
            <pc:docMk/>
            <pc:sldMk cId="1486673803" sldId="281"/>
            <ac:picMk id="4" creationId="{14B791AE-F661-96CD-4D05-87F40131064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837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Louis</a:t>
            </a:r>
          </a:p>
        </p:txBody>
      </p:sp>
    </p:spTree>
    <p:extLst>
      <p:ext uri="{BB962C8B-B14F-4D97-AF65-F5344CB8AC3E}">
        <p14:creationId xmlns:p14="http://schemas.microsoft.com/office/powerpoint/2010/main" val="842282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Yulia</a:t>
            </a:r>
          </a:p>
        </p:txBody>
      </p:sp>
    </p:spTree>
    <p:extLst>
      <p:ext uri="{BB962C8B-B14F-4D97-AF65-F5344CB8AC3E}">
        <p14:creationId xmlns:p14="http://schemas.microsoft.com/office/powerpoint/2010/main" val="682536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Louis</a:t>
            </a:r>
          </a:p>
        </p:txBody>
      </p:sp>
    </p:spTree>
    <p:extLst>
      <p:ext uri="{BB962C8B-B14F-4D97-AF65-F5344CB8AC3E}">
        <p14:creationId xmlns:p14="http://schemas.microsoft.com/office/powerpoint/2010/main" val="4291706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Scott</a:t>
            </a:r>
          </a:p>
        </p:txBody>
      </p:sp>
    </p:spTree>
    <p:extLst>
      <p:ext uri="{BB962C8B-B14F-4D97-AF65-F5344CB8AC3E}">
        <p14:creationId xmlns:p14="http://schemas.microsoft.com/office/powerpoint/2010/main" val="2519582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Tacy</a:t>
            </a:r>
          </a:p>
        </p:txBody>
      </p:sp>
    </p:spTree>
    <p:extLst>
      <p:ext uri="{BB962C8B-B14F-4D97-AF65-F5344CB8AC3E}">
        <p14:creationId xmlns:p14="http://schemas.microsoft.com/office/powerpoint/2010/main" val="604484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Milind</a:t>
            </a:r>
          </a:p>
        </p:txBody>
      </p:sp>
    </p:spTree>
    <p:extLst>
      <p:ext uri="{BB962C8B-B14F-4D97-AF65-F5344CB8AC3E}">
        <p14:creationId xmlns:p14="http://schemas.microsoft.com/office/powerpoint/2010/main" val="453549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Train : model studies these cases with answers and learns patters. Parameter estimation . Estimates the log regression coefficients</a:t>
            </a:r>
          </a:p>
          <a:p>
            <a:r>
              <a:rPr lang="en-GB"/>
              <a:t>Validation: used to make choices about the model . Model section , decision threshold, C and which features to keep</a:t>
            </a:r>
          </a:p>
          <a:p>
            <a:r>
              <a:rPr lang="en-GB"/>
              <a:t>Test: model assessment</a:t>
            </a:r>
          </a:p>
          <a:p>
            <a:endParaRPr lang="en-GB"/>
          </a:p>
          <a:p>
            <a:r>
              <a:rPr lang="en-GB"/>
              <a:t>Case summary text: TF-IDF on words  and word pairs</a:t>
            </a:r>
          </a:p>
          <a:p>
            <a:endParaRPr lang="en-GB"/>
          </a:p>
          <a:p>
            <a:r>
              <a:rPr lang="en-GB"/>
              <a:t>PR : reflects operating reality of rare events – when model raises a flag how often is it true</a:t>
            </a:r>
          </a:p>
        </p:txBody>
      </p:sp>
    </p:spTree>
    <p:extLst>
      <p:ext uri="{BB962C8B-B14F-4D97-AF65-F5344CB8AC3E}">
        <p14:creationId xmlns:p14="http://schemas.microsoft.com/office/powerpoint/2010/main" val="2855504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0D8B-6748-08E7-548A-2DEAA887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DD78D-D877-9782-F7C8-24BDE47CD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A0BA1-4045-5F84-44FD-D6868AD69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Christian</a:t>
            </a:r>
          </a:p>
        </p:txBody>
      </p:sp>
    </p:spTree>
    <p:extLst>
      <p:ext uri="{BB962C8B-B14F-4D97-AF65-F5344CB8AC3E}">
        <p14:creationId xmlns:p14="http://schemas.microsoft.com/office/powerpoint/2010/main" val="531916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49F5-1CCB-0C62-CB95-B06074C20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9A654-8108-C39C-0E45-3DB89F756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1A542-B5A1-29E8-3047-41AFB024D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Naentra</a:t>
            </a:r>
          </a:p>
        </p:txBody>
      </p:sp>
    </p:spTree>
    <p:extLst>
      <p:ext uri="{BB962C8B-B14F-4D97-AF65-F5344CB8AC3E}">
        <p14:creationId xmlns:p14="http://schemas.microsoft.com/office/powerpoint/2010/main" val="3160651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Yulia</a:t>
            </a:r>
          </a:p>
        </p:txBody>
      </p:sp>
    </p:spTree>
    <p:extLst>
      <p:ext uri="{BB962C8B-B14F-4D97-AF65-F5344CB8AC3E}">
        <p14:creationId xmlns:p14="http://schemas.microsoft.com/office/powerpoint/2010/main" val="43606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E952-1F9A-D1C9-157F-AB7189437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BA31D-A0E9-4DF3-CA56-C9A740D4F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234C-C005-BEB5-D28A-9F7B52FB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3C6D7-981E-2CBB-0AB8-6297DC9D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9F23A-A90E-5E41-0BE3-2C123222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92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04A4-D492-8665-3367-855FE16D5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8ACC2-1CF4-62B9-D668-AC7F36DCE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64887-72E7-0D1A-858B-70818C91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A40B7-4866-A9AD-960A-5D959964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571C6-9406-C491-8BC9-49E22C57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297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799B-3936-E37E-36C2-34354AB99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2F7FC-3A13-2813-0F7B-9F0128BEE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A0B8-2523-A2EE-F009-9ABBABFA5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3C15F-4D24-4BB9-94C4-D8F0FFAC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28351-0650-116B-7C19-8A9A8A95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04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2626D-CCB0-EADA-963C-E71460CC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AF83C-7607-1F3E-2448-0C7ECF2BE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6313C-7527-776D-08AC-10C829670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4918B-4912-9B7F-E375-46B8573E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C5805-ACA7-A79D-9182-A9732281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CF94C-6D9B-0D82-4CEF-4054DC98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3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B149-CF4B-F312-C124-36FD38A3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4ADC8-E7CA-601B-BC4A-C21311A89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1714F-1927-B737-BBC1-2EBAF0DE5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6E12A-945B-8F02-4498-08C84040E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159FC-E449-E3B1-AF4A-44E726835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5373E-7B4D-6B94-8A23-C2018A61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651B5-F291-1147-E019-B54C3CEE8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C7BB6-DD58-05F1-5AB9-0A9B3755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24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4CC3-A4D3-3500-F225-E61FA7A0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F555B-16BF-2756-5650-F47F1EC2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1B58D-8EDC-ADDA-3D0C-CE038A5C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C296E-C393-A274-363F-EB5C044D1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05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F6AA70-2E75-4C21-A55F-5BB56299B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43AB8-EA51-B489-C4A9-6D6B8BD9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BE4D3-C513-482F-9561-4BB4EB9B8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11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36DE-6E1D-8815-0DDD-0CAE507D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47035-631A-42C0-AB44-87B9E083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3A43-9E23-13D9-07C2-9735B52A8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C7BE0-1AF9-2BB7-3828-681C1EF3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6E546-5411-D75F-0A89-834E1005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F1544-6DFB-AE90-9B24-0DF04B6D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81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1DC5-2C0C-8EE7-9CDD-38C9FE34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1EFA01-D640-F001-8985-B9FF45C7DB3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ED0D8-4B95-7773-9359-4DE42957D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A27C3-96A3-918A-186C-62D27B6D4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9700D-8F2F-5220-8C21-2D8403D8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FE10C-FC8F-3CEE-5EAB-F99BCE7C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203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B5B9-4BC1-C1C8-9B47-081198FA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1AFB1-09EF-34C7-7053-289106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BA1DE-FE20-EB34-1A99-2995293C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13110-8C49-3F83-9226-20A08ECD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A6D95-B667-6AD6-6CEB-4DD8D86A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17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33601-58AA-5A66-A0C2-47CC4BE75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A8B44-FC8F-5603-819E-ED74D73DF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B70BA-84BF-B036-53F8-6C43879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8D542-A048-E502-C5FE-3715B9DD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43C2D-9366-2A56-8385-DB117098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608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B217C3-8FB8-3F2C-2F79-0CF88C4B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FCC1F-8BB6-A895-2DBF-EC841EC29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37D3F-9B18-7FCC-AEA6-4989EB5B8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3CA69-B599-4B98-A511-8A1250E322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EF465-45CA-D2A3-F0BA-F71174757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0CFF3-6F10-C5F5-4FFE-0184BA377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94E7C-0AD0-4B1E-A276-BDDF87CED33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5D7D9-CC73-6A1A-567E-2AB537931E9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42725" y="6642100"/>
            <a:ext cx="11318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Restricted - External</a:t>
            </a:r>
          </a:p>
        </p:txBody>
      </p:sp>
    </p:spTree>
    <p:extLst>
      <p:ext uri="{BB962C8B-B14F-4D97-AF65-F5344CB8AC3E}">
        <p14:creationId xmlns:p14="http://schemas.microsoft.com/office/powerpoint/2010/main" val="104025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0999-2A47-EB33-81A8-477C9524F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err="1"/>
              <a:t>Hackathlon</a:t>
            </a:r>
            <a:r>
              <a:rPr lang="en-GB"/>
              <a:t>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9875C-03D2-B868-6950-2FD714B53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790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FA6A-9203-31F9-DF1D-282769142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" y="217869"/>
            <a:ext cx="10515600" cy="997331"/>
          </a:xfrm>
        </p:spPr>
        <p:txBody>
          <a:bodyPr>
            <a:normAutofit/>
          </a:bodyPr>
          <a:lstStyle/>
          <a:p>
            <a:r>
              <a:rPr lang="en-GB" sz="3000" b="1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1691-E023-4884-BBE9-705582D0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200"/>
            <a:ext cx="10515600" cy="199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b="1"/>
              <a:t>Problem</a:t>
            </a:r>
          </a:p>
          <a:p>
            <a:pPr marL="0" indent="0">
              <a:buNone/>
            </a:pPr>
            <a:r>
              <a:rPr lang="en-GB" sz="1400"/>
              <a:t>For every new support case, classify it, highlight potential risk, find the most similar historical cases, and show the agent how those cases were previously resolved.</a:t>
            </a:r>
          </a:p>
          <a:p>
            <a:pPr marL="0" indent="0">
              <a:buNone/>
            </a:pPr>
            <a:r>
              <a:rPr lang="en-GB" sz="1400" b="1"/>
              <a:t>User:</a:t>
            </a:r>
            <a:r>
              <a:rPr lang="en-GB" sz="1400"/>
              <a:t> frontline support agent</a:t>
            </a:r>
            <a:br>
              <a:rPr lang="en-GB" sz="1400"/>
            </a:br>
            <a:r>
              <a:rPr lang="en-GB" sz="1400" b="1"/>
              <a:t>Problem:</a:t>
            </a:r>
            <a:r>
              <a:rPr lang="en-GB" sz="1400"/>
              <a:t> difficult to triage and act on new cases consistently</a:t>
            </a:r>
            <a:br>
              <a:rPr lang="en-GB" sz="1400"/>
            </a:br>
            <a:r>
              <a:rPr lang="en-GB" sz="1400" b="1"/>
              <a:t>Solution:</a:t>
            </a:r>
            <a:r>
              <a:rPr lang="en-GB" sz="1400"/>
              <a:t> AI-assisted classification + risk flagging + similar-case retrieval</a:t>
            </a:r>
            <a:br>
              <a:rPr lang="en-GB" sz="1400"/>
            </a:br>
            <a:r>
              <a:rPr lang="en-GB" sz="1400" b="1"/>
              <a:t>Customer value:</a:t>
            </a:r>
            <a:r>
              <a:rPr lang="en-GB" sz="1400"/>
              <a:t> better-informed, potentially faster handling</a:t>
            </a:r>
            <a:br>
              <a:rPr lang="en-GB" sz="1400"/>
            </a:br>
            <a:r>
              <a:rPr lang="en-GB" sz="1400" b="1"/>
              <a:t>Business value:</a:t>
            </a:r>
            <a:r>
              <a:rPr lang="en-GB" sz="1400"/>
              <a:t> more consistent routing and reuse of historical case knowledge</a:t>
            </a:r>
          </a:p>
          <a:p>
            <a:pPr marL="0" indent="0">
              <a:buNone/>
            </a:pPr>
            <a:endParaRPr lang="en-GB" sz="1400"/>
          </a:p>
          <a:p>
            <a:pPr marL="0" indent="0">
              <a:buNone/>
            </a:pP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449855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E950C-7F87-7049-483D-116F82029F8B}"/>
              </a:ext>
            </a:extLst>
          </p:cNvPr>
          <p:cNvSpPr txBox="1"/>
          <p:nvPr/>
        </p:nvSpPr>
        <p:spPr>
          <a:xfrm>
            <a:off x="463790" y="370478"/>
            <a:ext cx="330141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>
                <a:latin typeface="+mj-lt"/>
                <a:ea typeface="+mj-ea"/>
                <a:cs typeface="+mj-cs"/>
              </a:rPr>
              <a:t>User Journey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F09FD-8024-F482-802D-718438E2C068}"/>
              </a:ext>
            </a:extLst>
          </p:cNvPr>
          <p:cNvSpPr txBox="1"/>
          <p:nvPr/>
        </p:nvSpPr>
        <p:spPr>
          <a:xfrm>
            <a:off x="603065" y="1144384"/>
            <a:ext cx="10850525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The app is a single-page SaaS-style dashboard: a fixed left sidebar (brand, nav, profile), a top header with a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View models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button, a wider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Case details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panel beside a compact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Triage prediction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panel, and a full-width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Similar cases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table below. "View models" swaps the body for the exploration view.</a:t>
            </a: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Who uses it</a:t>
            </a:r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Primary user — </a:t>
            </a:r>
            <a:r>
              <a:rPr lang="en-US" sz="1200" u="sng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frontline support agent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("Priya").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Opens each new case cold. Needs, in a few seconds: what kind of case this is, which team should own it, whether it is likely to escalate, and how similar cases were handled before. Not technical; will not read a confusion matrix; trusts the tool only if it explains itself.</a:t>
            </a:r>
            <a:endParaRPr lang="en-US"/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Secondary user — </a:t>
            </a:r>
            <a:r>
              <a:rPr lang="en-US" sz="1200" u="sng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team lead / reviewer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("Sam").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Wants to judge whether the tool is safe to rely on: how accurate is each model, where it fails, and what it uses to decide. Looks at numbers and at individual predictions against known outcomes.</a:t>
            </a:r>
            <a:endParaRPr lang="en-US"/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These two needs map to the two tabs.</a:t>
            </a:r>
            <a:endParaRPr lang="en-US"/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The job to be done</a:t>
            </a:r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Success = the agent accepts or overrides the suggestion in one action, and the suggestion is right often enough that overriding is the exception.</a:t>
            </a: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Feature contract (guardrails)</a:t>
            </a:r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All models use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inbound fields only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.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Tags are never an input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(leakage); </a:t>
            </a:r>
            <a:r>
              <a:rPr lang="en-US" sz="1000" err="1">
                <a:solidFill>
                  <a:srgbClr val="1F2328"/>
                </a:solidFill>
                <a:highlight>
                  <a:srgbClr val="FFFFFF"/>
                </a:highlight>
                <a:latin typeface="Consolas"/>
              </a:rPr>
              <a:t>plan_tier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/</a:t>
            </a:r>
            <a:r>
              <a:rPr lang="en-US" sz="1000" err="1">
                <a:solidFill>
                  <a:srgbClr val="1F2328"/>
                </a:solidFill>
                <a:highlight>
                  <a:srgbClr val="FFFFFF"/>
                </a:highlight>
                <a:latin typeface="Consolas"/>
              </a:rPr>
              <a:t>region_uk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are excluded except the direct priority model; protected attributes are never used.</a:t>
            </a: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Success</a:t>
            </a:r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Sam, before sign-off, reads the metrics table and the confusion matrices. One app, two audiences, no black box.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9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3708-ACC5-B4AC-F9B4-2FE8023D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09" y="99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/>
              <a:t>Priya's journey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B791AE-F661-96CD-4D05-87F401310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28"/>
          <a:stretch>
            <a:fillRect/>
          </a:stretch>
        </p:blipFill>
        <p:spPr>
          <a:xfrm>
            <a:off x="933450" y="1424781"/>
            <a:ext cx="9749459" cy="24575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DD62D5-C56F-EF67-9A2A-E657FBB7032F}"/>
              </a:ext>
            </a:extLst>
          </p:cNvPr>
          <p:cNvSpPr txBox="1"/>
          <p:nvPr/>
        </p:nvSpPr>
        <p:spPr>
          <a:xfrm>
            <a:off x="933450" y="4048125"/>
            <a:ext cx="9953625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1.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Paste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 the case summary and set the intake fields (channel, plan, month, tenure), optionally with her own priority</a:t>
            </a:r>
            <a:endParaRPr lang="en-US" sz="1200"/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2.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Run triage</a:t>
            </a:r>
            <a:endParaRPr lang="en-US" sz="1200"/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3.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Read one card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: case type, category, priority, route and escalation risk, each with a confidence and a plain-language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Why</a:t>
            </a:r>
            <a:endParaRPr lang="en-US" sz="1200"/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4.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Act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: confirm the suggested tags, check how similar past cases were handled, and route the case. She can accept or override in one action</a:t>
            </a:r>
            <a:endParaRPr lang="en-US" sz="1200"/>
          </a:p>
          <a:p>
            <a:pPr algn="l"/>
            <a:endParaRPr lang="en-US"/>
          </a:p>
          <a:p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</a:rPr>
              <a:t>How "Success" is defined for Priya</a:t>
            </a:r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</a:rPr>
              <a:t>Priya pastes a case → presses Triage → reads the card, confirms the suggested tags, and glances at how two similar cases were resolved → routes the case. If she doubts it, she opens the exploration tab, finds a held-out case like hers, and sees the model was right on that one.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73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3117-638D-3FE1-EAEF-7D8FBB3C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F73B32-E212-CF30-0094-806ACDDFD63C}"/>
              </a:ext>
            </a:extLst>
          </p:cNvPr>
          <p:cNvSpPr txBox="1"/>
          <p:nvPr/>
        </p:nvSpPr>
        <p:spPr>
          <a:xfrm>
            <a:off x="463790" y="62836"/>
            <a:ext cx="1056800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>
                <a:latin typeface="+mj-lt"/>
                <a:ea typeface="+mj-ea"/>
                <a:cs typeface="+mj-cs"/>
              </a:rPr>
              <a:t>Sam’s Journey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5AFFD-8C97-C842-004C-72A5CD233E41}"/>
              </a:ext>
            </a:extLst>
          </p:cNvPr>
          <p:cNvSpPr txBox="1"/>
          <p:nvPr/>
        </p:nvSpPr>
        <p:spPr>
          <a:xfrm>
            <a:off x="181269" y="431456"/>
            <a:ext cx="12010731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r>
              <a:rPr lang="en-US" sz="1200">
                <a:highlight>
                  <a:srgbClr val="FFFFFF"/>
                </a:highlight>
              </a:rPr>
              <a:t>Model cards → metrics table → held-out case inspector → confusion matrices: all on data the models never trained on.</a:t>
            </a:r>
          </a:p>
          <a:p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Success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: Sam, before sign-off, reads the metrics table and the confusion matrices. One app, two audiences, no black box.</a:t>
            </a:r>
            <a:endParaRPr lang="en-US" sz="1200"/>
          </a:p>
          <a:p>
            <a:endParaRPr lang="en-US" sz="1200">
              <a:highlight>
                <a:srgbClr val="FFFFFF"/>
              </a:highlight>
            </a:endParaRPr>
          </a:p>
          <a:p>
            <a:endParaRPr lang="en-US" sz="120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 b="1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 b="1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 b="1">
              <a:solidFill>
                <a:srgbClr val="1F2328"/>
              </a:solidFill>
              <a:highlight>
                <a:srgbClr val="FFFFFF"/>
              </a:highlight>
            </a:endParaRPr>
          </a:p>
          <a:p>
            <a:endParaRPr lang="en-US" sz="1200" b="1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32D57-A9DB-9379-EAC4-FC508CB7C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29" y="3910667"/>
            <a:ext cx="3954503" cy="2517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41B3F7-5E3C-D089-F576-BA4BC9B0A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69" y="2752514"/>
            <a:ext cx="9263505" cy="934583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C4A74298-E84C-511B-37CA-5E76A2C1F5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8"/>
          <a:stretch>
            <a:fillRect/>
          </a:stretch>
        </p:blipFill>
        <p:spPr>
          <a:xfrm>
            <a:off x="322529" y="1115890"/>
            <a:ext cx="5354867" cy="134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31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FEE8-CE8C-E75B-8D4D-91AF6BED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2274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/>
              <a:t>Data Preparation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076B28-0929-BDB5-91C6-0B75FB877175}"/>
              </a:ext>
            </a:extLst>
          </p:cNvPr>
          <p:cNvSpPr txBox="1">
            <a:spLocks/>
          </p:cNvSpPr>
          <p:nvPr/>
        </p:nvSpPr>
        <p:spPr>
          <a:xfrm>
            <a:off x="967315" y="1842977"/>
            <a:ext cx="10664952" cy="2378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5600"/>
              <a:t>Source: 12 monthly CSV exports, about 1.85k rows, in a fictional and synthetic dataset. Each row is one case: structured triage fields, outcomes and timings, a free-text summary, and tags.</a:t>
            </a:r>
            <a:endParaRPr lang="en-US"/>
          </a:p>
          <a:p>
            <a:pPr lvl="0"/>
            <a:r>
              <a:rPr lang="en-GB" sz="5600"/>
              <a:t>Cleaning: rows were audited and spam/duplicate rows dropped, leaving 1,713 cases.</a:t>
            </a:r>
          </a:p>
          <a:p>
            <a:pPr lvl="0"/>
            <a:r>
              <a:rPr lang="en-GB" sz="5600"/>
              <a:t>Dates: </a:t>
            </a:r>
            <a:r>
              <a:rPr lang="en-GB" sz="5600" err="1"/>
              <a:t>created_at</a:t>
            </a:r>
            <a:r>
              <a:rPr lang="en-GB" sz="5600"/>
              <a:t> is the authoritative date. The monthly filenames are shifted by a month and February is missing, so </a:t>
            </a:r>
            <a:r>
              <a:rPr lang="en-GB" sz="5600" err="1"/>
              <a:t>month_num</a:t>
            </a:r>
            <a:r>
              <a:rPr lang="en-GB" sz="5600"/>
              <a:t> is taken from </a:t>
            </a:r>
            <a:r>
              <a:rPr lang="en-GB" sz="5600" err="1"/>
              <a:t>created_at</a:t>
            </a:r>
            <a:r>
              <a:rPr lang="en-GB" sz="5600"/>
              <a:t>.</a:t>
            </a:r>
          </a:p>
          <a:p>
            <a:pPr lvl="0"/>
            <a:r>
              <a:rPr lang="en-GB" sz="5600"/>
              <a:t>Team labels: operations and support are the same team under different names in different months, so they are merged.</a:t>
            </a:r>
          </a:p>
          <a:p>
            <a:pPr lvl="0"/>
            <a:r>
              <a:rPr lang="en-GB" sz="5600"/>
              <a:t>Text: missing summaries and tags are filled with empty strings. Priority is treated as an ordered scale: Low &lt; Medium &lt; High &lt; Urgent.</a:t>
            </a:r>
          </a:p>
          <a:p>
            <a:pPr lvl="0"/>
            <a:r>
              <a:rPr lang="en-GB" sz="5600"/>
              <a:t>One shared module (case_pipeline.py) handles loading, splits, features and evaluation, so every notebook and the app use the same steps.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200"/>
          </a:p>
          <a:p>
            <a:pPr marL="0" indent="0">
              <a:buFont typeface="Arial" panose="020B0604020202020204" pitchFamily="34" charset="0"/>
              <a:buNone/>
            </a:pP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55046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B920-4BB1-8F26-7E6C-B57D8249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88" y="73205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 b="1"/>
              <a:t>The modelling discipline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EBF91-8E7E-9F85-2553-DBE306B002B3}"/>
              </a:ext>
            </a:extLst>
          </p:cNvPr>
          <p:cNvSpPr txBox="1"/>
          <p:nvPr/>
        </p:nvSpPr>
        <p:spPr>
          <a:xfrm>
            <a:off x="1014984" y="1280160"/>
            <a:ext cx="1012240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Inbound-only feature contract.</a:t>
            </a:r>
            <a:r>
              <a:rPr lang="en-GB" sz="1400"/>
              <a:t> Models use only what is known when a case lands. Outcome/history fields are never inputs.</a:t>
            </a:r>
          </a:p>
          <a:p>
            <a:endParaRPr lang="en-GB" sz="1400"/>
          </a:p>
          <a:p>
            <a:r>
              <a:rPr lang="en-GB" sz="1400" b="1"/>
              <a:t>Tags are leakage.</a:t>
            </a:r>
            <a:r>
              <a:rPr lang="en-GB" sz="1400"/>
              <a:t> Tags are written </a:t>
            </a:r>
            <a:r>
              <a:rPr lang="en-GB" sz="1400" i="1"/>
              <a:t>after</a:t>
            </a:r>
            <a:r>
              <a:rPr lang="en-GB" sz="1400"/>
              <a:t> an agent understands a case, so they encode the very fields we predict. </a:t>
            </a:r>
            <a:r>
              <a:rPr lang="en-GB" sz="1400" b="1"/>
              <a:t>No model uses tags as a feature.</a:t>
            </a:r>
            <a:r>
              <a:rPr lang="en-GB" sz="1400"/>
              <a:t> Instead a tag </a:t>
            </a:r>
            <a:r>
              <a:rPr lang="en-GB" sz="1400" i="1"/>
              <a:t>suggester</a:t>
            </a:r>
            <a:r>
              <a:rPr lang="en-GB" sz="1400"/>
              <a:t> proposes tags from the summary to speed up and standardise tagging — its output is shown to the agent, never fed back into the models.</a:t>
            </a:r>
          </a:p>
          <a:p>
            <a:endParaRPr lang="en-GB" sz="1400"/>
          </a:p>
          <a:p>
            <a:r>
              <a:rPr lang="en-GB" sz="1400" b="1"/>
              <a:t>Honest, normalised evaluation.</a:t>
            </a:r>
            <a:r>
              <a:rPr lang="en-GB" sz="1400"/>
              <a:t> Every model is scored with the same metric set (accuracy, macro-F1, weighted-F1, Cohen's kappa; ROC-AUC/PR-AUC for the binary model). Text models use a group-aware split (identical summaries can't leak across train/test); sequential models use a chronological split (train early months, score later ones). </a:t>
            </a:r>
            <a:r>
              <a:rPr lang="en-GB" sz="1400" err="1"/>
              <a:t>plan_tier</a:t>
            </a:r>
            <a:r>
              <a:rPr lang="en-GB" sz="1400"/>
              <a:t>/</a:t>
            </a:r>
            <a:r>
              <a:rPr lang="en-GB" sz="1400" err="1"/>
              <a:t>region_uk</a:t>
            </a:r>
            <a:r>
              <a:rPr lang="en-GB" sz="1400"/>
              <a:t> are excluded except the direct priority model; protected attributes are never used.</a:t>
            </a:r>
          </a:p>
          <a:p>
            <a:endParaRPr lang="en-GB" sz="1400"/>
          </a:p>
          <a:p>
            <a:r>
              <a:rPr lang="en-GB" sz="1400" b="1"/>
              <a:t>Fit-for-purpose choices.</a:t>
            </a:r>
            <a:endParaRPr lang="en-GB" sz="1400"/>
          </a:p>
          <a:p>
            <a:pPr lvl="0"/>
            <a:r>
              <a:rPr lang="en-GB" sz="1400"/>
              <a:t>Exact priority has a ~50% ceiling but is ~93% within one level — so the review model </a:t>
            </a:r>
            <a:r>
              <a:rPr lang="en-GB" sz="1400" i="1"/>
              <a:t>flags</a:t>
            </a:r>
            <a:r>
              <a:rPr lang="en-GB" sz="1400"/>
              <a:t> gross mismatches rather than asserting a value.</a:t>
            </a:r>
          </a:p>
          <a:p>
            <a:pPr lvl="0"/>
            <a:r>
              <a:rPr lang="en-GB" sz="1400"/>
              <a:t>Escalation tunes its threshold to catch ≥80% of escalations, because a miss costs more than a false alarm.</a:t>
            </a:r>
          </a:p>
          <a:p>
            <a:pPr lvl="0"/>
            <a:r>
              <a:rPr lang="en-GB" sz="1400"/>
              <a:t>Routing is summary-only and gates low-confidence suggestions to human review.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702370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C2DF-5002-9ED9-E32A-A3775E3A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" y="107280"/>
            <a:ext cx="10576560" cy="662782"/>
          </a:xfrm>
        </p:spPr>
        <p:txBody>
          <a:bodyPr>
            <a:normAutofit/>
          </a:bodyPr>
          <a:lstStyle/>
          <a:p>
            <a:r>
              <a:rPr lang="en-GB" sz="3000" b="1"/>
              <a:t>Model 1: Case Type Classification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75896-886D-EE47-7A35-9077C3F3064E}"/>
              </a:ext>
            </a:extLst>
          </p:cNvPr>
          <p:cNvSpPr txBox="1"/>
          <p:nvPr/>
        </p:nvSpPr>
        <p:spPr>
          <a:xfrm>
            <a:off x="393192" y="1166842"/>
            <a:ext cx="113294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Purpose: Predicts the new support cases’ type either incident where something has gone wrong or service request such as requesting help or action.</a:t>
            </a:r>
          </a:p>
          <a:p>
            <a:endParaRPr lang="en-GB"/>
          </a:p>
          <a:p>
            <a:r>
              <a:rPr lang="en-GB"/>
              <a:t>How it is computed: From the historical data of case summaries are converted into numerical features using word  and character TF-IDF (</a:t>
            </a:r>
            <a:r>
              <a:rPr lang="en-GB" err="1"/>
              <a:t>min_df</a:t>
            </a:r>
            <a:r>
              <a:rPr lang="en-GB"/>
              <a:t> = 2 to remove words and terms not used in 2 or more cases helping to reduce noise) into a  logistic regression, evaluated on a 80/20 group-aware split so identical summaries never don’t appear in train and test data. </a:t>
            </a:r>
          </a:p>
          <a:p>
            <a:endParaRPr lang="en-GB"/>
          </a:p>
          <a:p>
            <a:r>
              <a:rPr lang="en-GB"/>
              <a:t>What the agent sees: This helps the agent understand the issue and decide which case to classify it as The model achieved 87.5% accuracy and 0.875 macro F1 </a:t>
            </a:r>
          </a:p>
          <a:p>
            <a:endParaRPr lang="en-GB"/>
          </a:p>
          <a:p>
            <a:r>
              <a:rPr lang="en-GB"/>
              <a:t>Scope and caveat: The model achieved strong results using only the case summary, making it a simple and efficient tool for initial triage. It supports consistent classification while allowing the agent to review the prediction when a case is unclear or requires further investigation. This model only uses one feature being </a:t>
            </a:r>
            <a:r>
              <a:rPr lang="en-GB" err="1"/>
              <a:t>case_summary</a:t>
            </a:r>
            <a:r>
              <a:rPr lang="en-GB"/>
              <a:t> so vague descriptions could affect accuracy.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15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B44EE-CB89-77B7-813A-9AC60703E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776B-664B-3EAC-14B0-247F1DFC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517"/>
            <a:ext cx="11396472" cy="631571"/>
          </a:xfrm>
        </p:spPr>
        <p:txBody>
          <a:bodyPr>
            <a:normAutofit/>
          </a:bodyPr>
          <a:lstStyle/>
          <a:p>
            <a:r>
              <a:rPr lang="en-GB" sz="3000" b="1"/>
              <a:t>Model 2 :Category Prediction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BD688-142C-8B10-7B16-7A1EDC2BFB28}"/>
              </a:ext>
            </a:extLst>
          </p:cNvPr>
          <p:cNvSpPr txBox="1"/>
          <p:nvPr/>
        </p:nvSpPr>
        <p:spPr>
          <a:xfrm>
            <a:off x="274320" y="576072"/>
            <a:ext cx="1080516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The </a:t>
            </a:r>
            <a:r>
              <a:rPr lang="en-GB" sz="1200" b="1"/>
              <a:t>M2 model</a:t>
            </a:r>
            <a:r>
              <a:rPr lang="en-GB" sz="1200"/>
              <a:t> analyses the text entered in a case summary and predicts the most likely of </a:t>
            </a:r>
            <a:r>
              <a:rPr lang="en-GB" sz="1200" b="1"/>
              <a:t>10 support categories</a:t>
            </a:r>
            <a:r>
              <a:rPr lang="en-GB" sz="1200"/>
              <a:t>, such as </a:t>
            </a:r>
            <a:r>
              <a:rPr lang="en-GB" sz="1200" err="1"/>
              <a:t>billing_payments</a:t>
            </a:r>
            <a:r>
              <a:rPr lang="en-GB" sz="1200"/>
              <a:t>, </a:t>
            </a:r>
            <a:r>
              <a:rPr lang="en-GB" sz="1200" err="1"/>
              <a:t>access_permissions</a:t>
            </a:r>
            <a:r>
              <a:rPr lang="en-GB" sz="1200"/>
              <a:t>, integrations, bug and </a:t>
            </a:r>
            <a:r>
              <a:rPr lang="en-GB" sz="1200" err="1"/>
              <a:t>performance_outage</a:t>
            </a:r>
            <a:r>
              <a:rPr lang="en-GB" sz="1200"/>
              <a:t>.</a:t>
            </a:r>
          </a:p>
          <a:p>
            <a:r>
              <a:rPr lang="en-GB" sz="1200"/>
              <a:t> </a:t>
            </a:r>
          </a:p>
          <a:p>
            <a:r>
              <a:rPr lang="en-GB" sz="1200" b="1"/>
              <a:t>How does it work?</a:t>
            </a:r>
          </a:p>
          <a:p>
            <a:r>
              <a:rPr lang="en-GB" sz="1200"/>
              <a:t> </a:t>
            </a:r>
          </a:p>
          <a:p>
            <a:r>
              <a:rPr lang="en-GB" sz="1200" b="1"/>
              <a:t>Case Summary → Word &amp; Character TF-IDF → Logistic Regression → Predicted Category + Confidence</a:t>
            </a:r>
            <a:endParaRPr lang="en-GB" sz="1200"/>
          </a:p>
          <a:p>
            <a:pPr lvl="0"/>
            <a:r>
              <a:rPr lang="en-GB" sz="1200" b="1"/>
              <a:t>Word TF-IDF</a:t>
            </a:r>
            <a:r>
              <a:rPr lang="en-GB" sz="1200"/>
              <a:t> identifies important words and short phrases, for example </a:t>
            </a:r>
            <a:r>
              <a:rPr lang="en-GB" sz="1200" i="1"/>
              <a:t>“charged twice”</a:t>
            </a:r>
            <a:r>
              <a:rPr lang="en-GB" sz="1200"/>
              <a:t> or </a:t>
            </a:r>
            <a:r>
              <a:rPr lang="en-GB" sz="1200" i="1"/>
              <a:t>“stopped syncing”</a:t>
            </a:r>
            <a:r>
              <a:rPr lang="en-GB" sz="1200"/>
              <a:t>.</a:t>
            </a:r>
          </a:p>
          <a:p>
            <a:pPr lvl="0"/>
            <a:r>
              <a:rPr lang="en-GB" sz="1200" b="1"/>
              <a:t>Character TF-IDF</a:t>
            </a:r>
            <a:r>
              <a:rPr lang="en-GB" sz="1200"/>
              <a:t> identifies smaller patterns within words. This makes the model more robust to spelling variations, technical terminology and error codes.</a:t>
            </a:r>
          </a:p>
          <a:p>
            <a:pPr lvl="0"/>
            <a:r>
              <a:rPr lang="en-GB" sz="1200" b="1"/>
              <a:t>Logistic Regression</a:t>
            </a:r>
            <a:r>
              <a:rPr lang="en-GB" sz="1200"/>
              <a:t> uses these features to select the most likely category.</a:t>
            </a:r>
          </a:p>
          <a:p>
            <a:pPr lvl="0"/>
            <a:r>
              <a:rPr lang="en-GB" sz="1200"/>
              <a:t>Historical </a:t>
            </a:r>
            <a:r>
              <a:rPr lang="en-GB" sz="1200" b="1"/>
              <a:t>tags are excluded</a:t>
            </a:r>
            <a:r>
              <a:rPr lang="en-GB" sz="1200"/>
              <a:t> because they are added after a case has been understood and could introduce data leakage.</a:t>
            </a:r>
          </a:p>
          <a:p>
            <a:pPr lvl="0"/>
            <a:r>
              <a:rPr lang="en-GB" sz="1200"/>
              <a:t>A </a:t>
            </a:r>
            <a:r>
              <a:rPr lang="en-GB" sz="1200" b="1"/>
              <a:t>group-aware train/test split</a:t>
            </a:r>
            <a:r>
              <a:rPr lang="en-GB" sz="1200"/>
              <a:t> prevents identical case summaries appearing in both the training and test data.</a:t>
            </a:r>
          </a:p>
          <a:p>
            <a:r>
              <a:rPr lang="en-GB" sz="1200" b="1"/>
              <a:t>Model Performance</a:t>
            </a:r>
          </a:p>
          <a:p>
            <a:r>
              <a:rPr lang="en-GB" sz="1200"/>
              <a:t> </a:t>
            </a:r>
          </a:p>
          <a:p>
            <a:r>
              <a:rPr lang="en-GB" sz="1200"/>
              <a:t>The model was tested using </a:t>
            </a:r>
            <a:r>
              <a:rPr lang="en-GB" sz="1200" b="1"/>
              <a:t>1,713 cases</a:t>
            </a:r>
            <a:r>
              <a:rPr lang="en-GB" sz="1200"/>
              <a:t>, with </a:t>
            </a:r>
            <a:r>
              <a:rPr lang="en-GB" sz="1200" b="1"/>
              <a:t>1,369 used for training and 344 held back for testing</a:t>
            </a:r>
            <a:r>
              <a:rPr lang="en-GB" sz="1200"/>
              <a:t>.</a:t>
            </a:r>
          </a:p>
          <a:p>
            <a:r>
              <a:rPr lang="en-GB" sz="1200"/>
              <a:t>Testing different Logistic Regression C values showed that </a:t>
            </a:r>
            <a:r>
              <a:rPr lang="en-GB" sz="1200" b="1"/>
              <a:t>C=2.0</a:t>
            </a:r>
            <a:r>
              <a:rPr lang="en-GB" sz="1200"/>
              <a:t> produced the best overall result:</a:t>
            </a:r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r>
              <a:rPr lang="en-GB" sz="1200"/>
              <a:t> </a:t>
            </a:r>
          </a:p>
          <a:p>
            <a:r>
              <a:rPr lang="en-GB" sz="1200"/>
              <a:t> </a:t>
            </a:r>
            <a:r>
              <a:rPr lang="en-GB" sz="1200" b="1"/>
              <a:t>What did we learn?</a:t>
            </a:r>
          </a:p>
          <a:p>
            <a:pPr lvl="0"/>
            <a:r>
              <a:rPr lang="en-GB" sz="1200"/>
              <a:t>M2 performs strongly across the 10 categories.</a:t>
            </a:r>
          </a:p>
          <a:p>
            <a:pPr lvl="0"/>
            <a:r>
              <a:rPr lang="en-GB" sz="1200"/>
              <a:t>Increasing C from </a:t>
            </a:r>
            <a:r>
              <a:rPr lang="en-GB" sz="1200" b="1"/>
              <a:t>1.0 to 2.0</a:t>
            </a:r>
            <a:r>
              <a:rPr lang="en-GB" sz="1200"/>
              <a:t> produced a small but consistent improvement.</a:t>
            </a:r>
          </a:p>
          <a:p>
            <a:pPr lvl="0"/>
            <a:r>
              <a:rPr lang="en-GB" sz="1200"/>
              <a:t>Error analysis showed the main area of confusion was between </a:t>
            </a:r>
            <a:r>
              <a:rPr lang="en-GB" sz="1200" b="1"/>
              <a:t>bug and </a:t>
            </a:r>
            <a:r>
              <a:rPr lang="en-GB" sz="1200" b="1" err="1"/>
              <a:t>data_reporting</a:t>
            </a:r>
            <a:r>
              <a:rPr lang="en-GB" sz="1200"/>
              <a:t>.</a:t>
            </a:r>
          </a:p>
          <a:p>
            <a:pPr lvl="0"/>
            <a:r>
              <a:rPr lang="en-GB" sz="1200"/>
              <a:t>Confidence can help identify less-certain predictions where the user may want to review the suggested category.</a:t>
            </a:r>
          </a:p>
          <a:p>
            <a:r>
              <a:rPr lang="en-GB" sz="1200"/>
              <a:t> </a:t>
            </a:r>
          </a:p>
          <a:p>
            <a:r>
              <a:rPr lang="en-GB" sz="1200" b="1"/>
              <a:t>Key Outcome</a:t>
            </a:r>
          </a:p>
          <a:p>
            <a:r>
              <a:rPr lang="en-GB" sz="1200" b="1"/>
              <a:t>M2 turns free-text case summaries into a suggested support category, helping the user triage cases while still allowing the prediction and confidence to be reviewed.</a:t>
            </a:r>
            <a:endParaRPr lang="en-GB" sz="1200"/>
          </a:p>
          <a:p>
            <a:endParaRPr lang="en-GB" sz="1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6E936E-FA49-D8E7-A356-758997787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085163"/>
              </p:ext>
            </p:extLst>
          </p:nvPr>
        </p:nvGraphicFramePr>
        <p:xfrm>
          <a:off x="274320" y="3429000"/>
          <a:ext cx="3822192" cy="1532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4064">
                  <a:extLst>
                    <a:ext uri="{9D8B030D-6E8A-4147-A177-3AD203B41FA5}">
                      <a16:colId xmlns:a16="http://schemas.microsoft.com/office/drawing/2014/main" val="137289594"/>
                    </a:ext>
                  </a:extLst>
                </a:gridCol>
                <a:gridCol w="1274064">
                  <a:extLst>
                    <a:ext uri="{9D8B030D-6E8A-4147-A177-3AD203B41FA5}">
                      <a16:colId xmlns:a16="http://schemas.microsoft.com/office/drawing/2014/main" val="3721015927"/>
                    </a:ext>
                  </a:extLst>
                </a:gridCol>
                <a:gridCol w="1274064">
                  <a:extLst>
                    <a:ext uri="{9D8B030D-6E8A-4147-A177-3AD203B41FA5}">
                      <a16:colId xmlns:a16="http://schemas.microsoft.com/office/drawing/2014/main" val="4232377604"/>
                    </a:ext>
                  </a:extLst>
                </a:gridCol>
              </a:tblGrid>
              <a:tr h="17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 = 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 = 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064282"/>
                  </a:ext>
                </a:extLst>
              </a:tr>
              <a:tr h="17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90.1%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90.4%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11970"/>
                  </a:ext>
                </a:extLst>
              </a:tr>
              <a:tr h="17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Macro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0.892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303412"/>
                  </a:ext>
                </a:extLst>
              </a:tr>
              <a:tr h="17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Weighted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0.902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0.905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38914"/>
                  </a:ext>
                </a:extLst>
              </a:tr>
              <a:tr h="17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Cohen's Kappa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0.892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863352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Confidence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0.240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0.271</a:t>
                      </a:r>
                      <a:endParaRPr lang="en-GB" sz="10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68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81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A192D-B953-6486-355A-5495AC0E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b="1"/>
              <a:t>Model 3: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659C-0873-DE51-03C6-77BDEE2E4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922"/>
            <a:ext cx="5966764" cy="1450528"/>
          </a:xfrm>
        </p:spPr>
        <p:txBody>
          <a:bodyPr>
            <a:normAutofit fontScale="85000" lnSpcReduction="20000"/>
          </a:bodyPr>
          <a:lstStyle/>
          <a:p>
            <a:r>
              <a:rPr lang="en-GB"/>
              <a:t>Model ✅</a:t>
            </a:r>
            <a:r>
              <a:rPr lang="en-US"/>
              <a:t>Logistic Regression</a:t>
            </a:r>
          </a:p>
          <a:p>
            <a:pPr marL="0" indent="0">
              <a:buNone/>
            </a:pPr>
            <a:r>
              <a:rPr lang="en-GB"/>
              <a:t>❌ </a:t>
            </a:r>
            <a:r>
              <a:rPr lang="en-US"/>
              <a:t>Random Forest (63.58%) </a:t>
            </a:r>
            <a:r>
              <a:rPr lang="en-GB"/>
              <a:t>❌</a:t>
            </a:r>
            <a:r>
              <a:rPr lang="en-US"/>
              <a:t> </a:t>
            </a:r>
            <a:r>
              <a:rPr lang="en-US" err="1"/>
              <a:t>LinearSVC</a:t>
            </a:r>
            <a:endParaRPr lang="en-US"/>
          </a:p>
          <a:p>
            <a:r>
              <a:rPr lang="en-GB"/>
              <a:t>Hyperparameter tuning by </a:t>
            </a:r>
            <a:r>
              <a:rPr lang="en-GB" err="1"/>
              <a:t>Optuna</a:t>
            </a:r>
            <a:r>
              <a:rPr lang="en-GB"/>
              <a:t> </a:t>
            </a:r>
            <a:br>
              <a:rPr lang="en-GB"/>
            </a:br>
            <a:r>
              <a:rPr lang="en-GB"/>
              <a:t>(with 5-fold CV)</a:t>
            </a:r>
          </a:p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B555F-01F5-7B07-A92A-59E166F19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645" y="3363327"/>
            <a:ext cx="3636650" cy="312954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6130F7-23CD-CA09-2B0A-712E8BAE7A46}"/>
              </a:ext>
            </a:extLst>
          </p:cNvPr>
          <p:cNvSpPr txBox="1">
            <a:spLocks/>
          </p:cNvSpPr>
          <p:nvPr/>
        </p:nvSpPr>
        <p:spPr>
          <a:xfrm>
            <a:off x="7321550" y="619125"/>
            <a:ext cx="4597847" cy="2574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/>
              <a:t>Features:</a:t>
            </a:r>
          </a:p>
          <a:p>
            <a:r>
              <a:rPr lang="en-GB" err="1"/>
              <a:t>customer_tenure_months</a:t>
            </a:r>
            <a:endParaRPr lang="en-GB"/>
          </a:p>
          <a:p>
            <a:r>
              <a:rPr lang="en-GB" err="1"/>
              <a:t>plan_tier</a:t>
            </a:r>
            <a:endParaRPr lang="en-GB"/>
          </a:p>
          <a:p>
            <a:r>
              <a:rPr lang="en-GB"/>
              <a:t>channel</a:t>
            </a:r>
          </a:p>
          <a:p>
            <a:r>
              <a:rPr lang="en-GB"/>
              <a:t>summary</a:t>
            </a:r>
          </a:p>
          <a:p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581D9B-4EB8-72B5-7F48-0ED815BF7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090569"/>
              </p:ext>
            </p:extLst>
          </p:nvPr>
        </p:nvGraphicFramePr>
        <p:xfrm>
          <a:off x="984965" y="2939961"/>
          <a:ext cx="491287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753">
                  <a:extLst>
                    <a:ext uri="{9D8B030D-6E8A-4147-A177-3AD203B41FA5}">
                      <a16:colId xmlns:a16="http://schemas.microsoft.com/office/drawing/2014/main" val="1006524166"/>
                    </a:ext>
                  </a:extLst>
                </a:gridCol>
                <a:gridCol w="2698123">
                  <a:extLst>
                    <a:ext uri="{9D8B030D-6E8A-4147-A177-3AD203B41FA5}">
                      <a16:colId xmlns:a16="http://schemas.microsoft.com/office/drawing/2014/main" val="933256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/>
                        <a:t>64.45% -&gt; 71.34%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5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tfidf__max_features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22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tfidf__ngram_max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96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tfidf__min_df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812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tfidf__max_df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0.9336629843087688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516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tfidf__sublinear_tf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083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lr__C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6.631976617235484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651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lr__solver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newton-cg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876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lr__max_iter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/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63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102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57A8E-338E-5090-DE5D-A91B5A40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Model 3b: Priority (Review)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6698-D1F3-ECB5-3B87-F659064BC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362" y="1825625"/>
            <a:ext cx="10462438" cy="33146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200" b="1"/>
              <a:t>What does a model do?</a:t>
            </a:r>
          </a:p>
          <a:p>
            <a:pPr marL="0" indent="0">
              <a:buNone/>
            </a:pPr>
            <a:r>
              <a:rPr lang="en-US" sz="1200"/>
              <a:t>Estimates how serious a case is from its summary and flags it for review when the agent's priority is 2+ levels away. The agent always decides.</a:t>
            </a:r>
          </a:p>
          <a:p>
            <a:pPr marL="0" indent="0">
              <a:buNone/>
            </a:pPr>
            <a:r>
              <a:rPr lang="en-US" sz="1200" b="1"/>
              <a:t>How does it work?</a:t>
            </a:r>
          </a:p>
          <a:p>
            <a:pPr marL="0" indent="0">
              <a:buNone/>
            </a:pPr>
            <a:r>
              <a:rPr lang="en-US" sz="1200"/>
              <a:t>Summary + Case Type + Channel → Word TF-IDF → Logistic Regression → Estimated Priority → Flag if 2+ levels from agent</a:t>
            </a:r>
          </a:p>
          <a:p>
            <a:pPr marL="0" indent="0">
              <a:buNone/>
            </a:pPr>
            <a:r>
              <a:rPr lang="en-US" sz="1200"/>
              <a:t>It excludes SLA hours (it is derived from priority, so there is a possibility of data leakage) and plan tier (for fairness)</a:t>
            </a:r>
          </a:p>
          <a:p>
            <a:pPr marL="0" indent="0">
              <a:buNone/>
            </a:pPr>
            <a:r>
              <a:rPr lang="en-US" sz="1200" b="1"/>
              <a:t>Model Performance</a:t>
            </a:r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  <a:p>
            <a:pPr marL="0" indent="0">
              <a:buNone/>
            </a:pPr>
            <a:endParaRPr lang="en-US" sz="12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1E1CE5-6C26-DCD4-BCD5-7E3682984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9367"/>
              </p:ext>
            </p:extLst>
          </p:nvPr>
        </p:nvGraphicFramePr>
        <p:xfrm>
          <a:off x="903767" y="3632790"/>
          <a:ext cx="2861714" cy="1383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283">
                  <a:extLst>
                    <a:ext uri="{9D8B030D-6E8A-4147-A177-3AD203B41FA5}">
                      <a16:colId xmlns:a16="http://schemas.microsoft.com/office/drawing/2014/main" val="3078740110"/>
                    </a:ext>
                  </a:extLst>
                </a:gridCol>
                <a:gridCol w="1523431">
                  <a:extLst>
                    <a:ext uri="{9D8B030D-6E8A-4147-A177-3AD203B41FA5}">
                      <a16:colId xmlns:a16="http://schemas.microsoft.com/office/drawing/2014/main" val="940033914"/>
                    </a:ext>
                  </a:extLst>
                </a:gridCol>
              </a:tblGrid>
              <a:tr h="250924"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44.4%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315918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Macro F1</a:t>
                      </a:r>
                      <a:endParaRPr lang="en-US" sz="1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0.502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7627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Within 1 level</a:t>
                      </a:r>
                      <a:endParaRPr lang="en-US" sz="1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92.6%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958702"/>
                  </a:ext>
                </a:extLst>
              </a:tr>
              <a:tr h="273843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Quadratic Kappa</a:t>
                      </a:r>
                      <a:endParaRPr lang="en-US" sz="1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0.313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755854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Flag Rate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7.4%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9566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85651D9-E443-A71F-354D-AF561FC67603}"/>
              </a:ext>
            </a:extLst>
          </p:cNvPr>
          <p:cNvSpPr txBox="1"/>
          <p:nvPr/>
        </p:nvSpPr>
        <p:spPr>
          <a:xfrm>
            <a:off x="892968" y="5191125"/>
            <a:ext cx="1037034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Lesson</a:t>
            </a:r>
            <a:r>
              <a:rPr lang="en-US"/>
              <a:t> </a:t>
            </a:r>
            <a:r>
              <a:rPr lang="en-US" sz="1200" b="1"/>
              <a:t>learnt</a:t>
            </a:r>
          </a:p>
          <a:p>
            <a:r>
              <a:rPr lang="en-US" sz="1200"/>
              <a:t>Past priorities are inconsistent, so exact accuracy is capped, but the model is rarely far off (92.6% within one level)</a:t>
            </a:r>
          </a:p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3804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0A4F-7BA3-75F9-BB1F-08082E29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62" y="141791"/>
            <a:ext cx="11457038" cy="417518"/>
          </a:xfrm>
        </p:spPr>
        <p:txBody>
          <a:bodyPr>
            <a:noAutofit/>
          </a:bodyPr>
          <a:lstStyle/>
          <a:p>
            <a:r>
              <a:rPr lang="en-GB" sz="3000" b="1"/>
              <a:t>Model 4: Escalation Risk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AE7CB9-8907-5707-F9C4-1EDB2758052E}"/>
              </a:ext>
            </a:extLst>
          </p:cNvPr>
          <p:cNvSpPr txBox="1"/>
          <p:nvPr/>
        </p:nvSpPr>
        <p:spPr>
          <a:xfrm>
            <a:off x="336804" y="487710"/>
            <a:ext cx="1080516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The </a:t>
            </a:r>
            <a:r>
              <a:rPr lang="en-GB" sz="1200" b="1"/>
              <a:t>purpose</a:t>
            </a:r>
            <a:r>
              <a:rPr lang="en-GB" sz="1200"/>
              <a:t> of M4 is to help a frontline agent identify new support cases that may be more likely to escalate. It's deliberately a decision-support tool rather than an automated decision-maker. The model provides a risk signal so the agent can decide which cases deserve earlier attention.</a:t>
            </a:r>
          </a:p>
          <a:p>
            <a:r>
              <a:rPr lang="en-GB" sz="1200"/>
              <a:t> </a:t>
            </a:r>
          </a:p>
          <a:p>
            <a:r>
              <a:rPr lang="en-GB" sz="1200" b="1"/>
              <a:t>Predictors are: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/>
              <a:t>Case summary text – strongest predictor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/>
              <a:t>Customer Tenure in months – risk rises sharply with tenure months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/>
              <a:t>Category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/>
              <a:t>Channel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/>
          </a:p>
          <a:p>
            <a:r>
              <a:rPr lang="en-GB" sz="1200"/>
              <a:t>The model was tested using </a:t>
            </a:r>
            <a:r>
              <a:rPr lang="en-GB" sz="1200" b="1"/>
              <a:t>1,713 cases. </a:t>
            </a:r>
            <a:r>
              <a:rPr lang="en-GB" sz="1200"/>
              <a:t>70% was used to train the model, 15% to validate and 5% to test. </a:t>
            </a:r>
          </a:p>
          <a:p>
            <a:r>
              <a:rPr lang="en-US" sz="1200">
                <a:solidFill>
                  <a:srgbClr val="1F2937"/>
                </a:solidFill>
              </a:rPr>
              <a:t>Escalations are the minority class and became rarer over the year. Accuracy alone can look strong even when a model misses nearly every escalation.</a:t>
            </a:r>
          </a:p>
          <a:p>
            <a:endParaRPr lang="en-US" sz="1200"/>
          </a:p>
          <a:p>
            <a:r>
              <a:rPr lang="en-GB" sz="1200"/>
              <a:t>Testing different Logistic Regression C values showed that </a:t>
            </a:r>
            <a:r>
              <a:rPr lang="en-GB" sz="1200" b="1"/>
              <a:t>C=3.0</a:t>
            </a:r>
            <a:r>
              <a:rPr lang="en-GB" sz="1200"/>
              <a:t> produced the best overall result:</a:t>
            </a:r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endParaRPr lang="en-GB" sz="1200"/>
          </a:p>
          <a:p>
            <a:r>
              <a:rPr lang="en-GB" sz="1200"/>
              <a:t> </a:t>
            </a:r>
          </a:p>
          <a:p>
            <a:r>
              <a:rPr lang="en-GB" sz="1200" b="1"/>
              <a:t>What did we learn?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200"/>
              <a:t>Escalation risk can be predicted from what is known when a case is arriving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200"/>
              <a:t>Long standing customers have a greater frequency of escalated cases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200"/>
              <a:t>What the case is about matters : server errors , broken integrations, accidental data loss, security and outages push the risk up </a:t>
            </a:r>
          </a:p>
          <a:p>
            <a:r>
              <a:rPr lang="en-GB" sz="1200"/>
              <a:t> </a:t>
            </a:r>
          </a:p>
          <a:p>
            <a:r>
              <a:rPr lang="en-GB" sz="1200" b="1"/>
              <a:t>Key Outcome</a:t>
            </a:r>
          </a:p>
          <a:p>
            <a:r>
              <a:rPr lang="en-GB" sz="1200" b="1"/>
              <a:t>M4 adds a suggestion whether the case should be escalated or not, aiding each agent to decide on this action quicker. Escalated cases get a lower CSAT, so this can help increase the CSAT of escalated cases.</a:t>
            </a:r>
            <a:endParaRPr lang="en-GB" sz="1200"/>
          </a:p>
          <a:p>
            <a:endParaRPr lang="en-GB" sz="1200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CDC1B027-DBA9-03C6-3ACD-E63BAB85F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549112"/>
              </p:ext>
            </p:extLst>
          </p:nvPr>
        </p:nvGraphicFramePr>
        <p:xfrm>
          <a:off x="415462" y="3091385"/>
          <a:ext cx="368128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0640">
                  <a:extLst>
                    <a:ext uri="{9D8B030D-6E8A-4147-A177-3AD203B41FA5}">
                      <a16:colId xmlns:a16="http://schemas.microsoft.com/office/drawing/2014/main" val="1763016148"/>
                    </a:ext>
                  </a:extLst>
                </a:gridCol>
                <a:gridCol w="1840640">
                  <a:extLst>
                    <a:ext uri="{9D8B030D-6E8A-4147-A177-3AD203B41FA5}">
                      <a16:colId xmlns:a16="http://schemas.microsoft.com/office/drawing/2014/main" val="1564851414"/>
                    </a:ext>
                  </a:extLst>
                </a:gridCol>
              </a:tblGrid>
              <a:tr h="25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C = 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209249"/>
                  </a:ext>
                </a:extLst>
              </a:tr>
              <a:tr h="25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92.2%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358152"/>
                  </a:ext>
                </a:extLst>
              </a:tr>
              <a:tr h="25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ROC-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0.955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395582"/>
                  </a:ext>
                </a:extLst>
              </a:tr>
              <a:tr h="25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PR-AUC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0.744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993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43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7D55-F0CB-AB0B-5786-79BB9F04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8D65-7C25-B398-D177-D7EE8EAC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62" y="141791"/>
            <a:ext cx="11457038" cy="417518"/>
          </a:xfrm>
        </p:spPr>
        <p:txBody>
          <a:bodyPr>
            <a:noAutofit/>
          </a:bodyPr>
          <a:lstStyle/>
          <a:p>
            <a:r>
              <a:rPr lang="en-GB" sz="3000" b="1"/>
              <a:t>Model 5: Suggested Route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B5E4E-5AAF-2601-B6CC-CDC0D1FDB10D}"/>
              </a:ext>
            </a:extLst>
          </p:cNvPr>
          <p:cNvSpPr txBox="1"/>
          <p:nvPr/>
        </p:nvSpPr>
        <p:spPr>
          <a:xfrm>
            <a:off x="363794" y="884903"/>
            <a:ext cx="1129480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Predicts</a:t>
            </a:r>
            <a:r>
              <a:rPr lang="en-GB" sz="1400"/>
              <a:t>: assigned team ("operations" merged into "support")</a:t>
            </a:r>
          </a:p>
          <a:p>
            <a:br>
              <a:rPr lang="en-GB" sz="1400"/>
            </a:br>
            <a:r>
              <a:rPr lang="en-GB" sz="1400"/>
              <a:t>Inputs: Case summary only</a:t>
            </a:r>
            <a:br>
              <a:rPr lang="en-GB" sz="1400"/>
            </a:br>
            <a:r>
              <a:rPr lang="en-GB" sz="1400"/>
              <a:t>Model: Word + character TF-IDF → class-balanced logistic regression</a:t>
            </a:r>
            <a:br>
              <a:rPr lang="en-GB" sz="1400"/>
            </a:br>
            <a:r>
              <a:rPr lang="en-GB" sz="1400"/>
              <a:t>Split: Chronological: train Jan–Sep, test Oct–Dec (450 cases), plus 5-fold CV</a:t>
            </a:r>
            <a:br>
              <a:rPr lang="en-GB" sz="1400"/>
            </a:br>
            <a:r>
              <a:rPr lang="en-GB" sz="1400"/>
              <a:t>Held-out: Accuracy 0.77 · macro-F1 0.72 · top-2 0.91 (CV: 0.86 / 0.81 / 0.97)</a:t>
            </a:r>
            <a:br>
              <a:rPr lang="en-GB" sz="1400"/>
            </a:br>
            <a:r>
              <a:rPr lang="en-GB" sz="1400"/>
              <a:t>Review threshold: Top suggestion below 0.5 → needs human review </a:t>
            </a:r>
          </a:p>
          <a:p>
            <a:r>
              <a:rPr lang="en-GB" sz="1400"/>
              <a:t> </a:t>
            </a:r>
          </a:p>
          <a:p>
            <a:r>
              <a:rPr lang="en-GB" sz="1400"/>
              <a:t>Why it makes sense</a:t>
            </a:r>
            <a:br>
              <a:rPr lang="en-GB" sz="1400"/>
            </a:br>
            <a:r>
              <a:rPr lang="en-GB" sz="1400"/>
              <a:t>• Channel, plan tier and tenure were tried and dropped: their link to the team shifted month to month, so they made routing on new months worse</a:t>
            </a:r>
            <a:br>
              <a:rPr lang="en-GB" sz="1400"/>
            </a:br>
            <a:r>
              <a:rPr lang="en-GB" sz="1400"/>
              <a:t>• The summary text stays stable over time</a:t>
            </a:r>
            <a:br>
              <a:rPr lang="en-GB" sz="1400"/>
            </a:br>
            <a:r>
              <a:rPr lang="en-GB" sz="1400"/>
              <a:t>• The agent sees the top 2 teams and the summary words that pushed the case towards the suggested team</a:t>
            </a:r>
          </a:p>
          <a:p>
            <a:r>
              <a:rPr lang="en-GB" sz="1400"/>
              <a:t> </a:t>
            </a:r>
          </a:p>
          <a:p>
            <a:r>
              <a:rPr lang="en-GB" sz="1400"/>
              <a:t>Watch-outs</a:t>
            </a:r>
            <a:br>
              <a:rPr lang="en-GB" sz="1400"/>
            </a:br>
            <a:r>
              <a:rPr lang="en-GB" sz="1400"/>
              <a:t>• Most mistakes are support cases sent to security, engineering or billing</a:t>
            </a:r>
            <a:br>
              <a:rPr lang="en-GB" sz="1400"/>
            </a:br>
            <a:r>
              <a:rPr lang="en-GB" sz="1400"/>
              <a:t>• On accuracy it only just beats simple keyword rules (0.77 vs 0.76), but it is clearly better on macro-F1 (0.72 vs 0.67)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57390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C1B5-A361-DF83-6013-362D1E9F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EB5F-06A0-EBF5-897C-751BAC95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62" y="141791"/>
            <a:ext cx="11457038" cy="417518"/>
          </a:xfrm>
        </p:spPr>
        <p:txBody>
          <a:bodyPr>
            <a:noAutofit/>
          </a:bodyPr>
          <a:lstStyle/>
          <a:p>
            <a:r>
              <a:rPr lang="en-GB" sz="3000" b="1"/>
              <a:t>Model 6: Smart Resolution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521" y="7772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0">
                <a:solidFill>
                  <a:srgbClr val="596A7B"/>
                </a:solidFill>
              </a:rPr>
              <a:t>Individual contribution  |  Resolution-aware filtering on existing similar-case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9216" y="1440612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E2841"/>
                </a:solidFill>
              </a:rPr>
              <a:t>Recommends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5216" y="1440612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0">
                <a:solidFill>
                  <a:srgbClr val="3A3A3A"/>
                </a:solidFill>
              </a:rPr>
              <a:t>Previously solved cases and their resolution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216" y="1943532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E2841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5216" y="1943532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0">
                <a:solidFill>
                  <a:srgbClr val="3A3A3A"/>
                </a:solidFill>
              </a:rPr>
              <a:t>New customer case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216" y="2446452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E2841"/>
                </a:solidFill>
              </a:rP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5216" y="2446452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0">
                <a:solidFill>
                  <a:srgbClr val="3A3A3A"/>
                </a:solidFill>
              </a:rPr>
              <a:t>Existing TF-IDF + cosine nearest neighbours → rule-based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16" y="2949372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E2841"/>
                </a:solidFill>
              </a:rPr>
              <a:t>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5216" y="2949372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0">
                <a:solidFill>
                  <a:srgbClr val="3A3A3A"/>
                </a:solidFill>
              </a:rPr>
              <a:t>Keep solved cases with similarity ≥ configurable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16" y="3452292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E2841"/>
                </a:solidFill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5216" y="3452292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0">
                <a:solidFill>
                  <a:srgbClr val="3A3A3A"/>
                </a:solidFill>
              </a:rPr>
              <a:t>Top 3 qualifying cases, or manual investigation if no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16" y="3955212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E2841"/>
                </a:solidFill>
              </a:rPr>
              <a:t>Test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5216" y="3955212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0">
                <a:solidFill>
                  <a:srgbClr val="3A3A3A"/>
                </a:solidFill>
              </a:rPr>
              <a:t>0.35 → 3 cases (0.502, 0.480, 0.456)  |  0.60 → no 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16" y="4595292"/>
            <a:ext cx="5303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E2841"/>
                </a:solidFill>
              </a:rPr>
              <a:t>Why it makes sense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16" y="5006772"/>
            <a:ext cx="5303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3A3A3A"/>
                </a:solidFill>
              </a:rPr>
              <a:t>• Prioritises cases with completed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16" y="5372532"/>
            <a:ext cx="5303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3A3A3A"/>
                </a:solidFill>
              </a:rPr>
              <a:t>• Avoids weak matches; analyst retains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376" y="4595292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E2841"/>
                </a:solidFill>
              </a:rPr>
              <a:t>Watch-outs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376" y="5006772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3A3A3A"/>
                </a:solidFill>
              </a:rPr>
              <a:t>• Similar wording ≠ same underlying 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1376" y="5372532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3A3A3A"/>
                </a:solidFill>
              </a:rPr>
              <a:t>• Thresholds exploratory; not yet in Gradio</a:t>
            </a:r>
          </a:p>
        </p:txBody>
      </p:sp>
    </p:spTree>
    <p:extLst>
      <p:ext uri="{BB962C8B-B14F-4D97-AF65-F5344CB8AC3E}">
        <p14:creationId xmlns:p14="http://schemas.microsoft.com/office/powerpoint/2010/main" val="3279145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6BCC8A-0E6C-BE47-1E95-BB1C45991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56" y="320618"/>
            <a:ext cx="10721816" cy="590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56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BD31-8435-F981-81BF-AE677721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Appendix- 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486356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439F06-F8F3-0140-4DC0-5F36F6554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7" y="0"/>
            <a:ext cx="7664859" cy="3305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9BE2B9-FC5F-7B64-8D0A-4543C5196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33" y="3428999"/>
            <a:ext cx="5415517" cy="31732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AFCBD4-692A-ACC3-F9D4-932113EDC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829" y="3305175"/>
            <a:ext cx="5893171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01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B28F-0E16-C7A2-ED7F-1593BBB5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CD35DB-CB0F-7C51-9DD4-A9EE3C9D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652" y="3252778"/>
            <a:ext cx="6039062" cy="35008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5DF5DA-C0D3-F8FD-6171-17E250435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8" y="270658"/>
            <a:ext cx="5239294" cy="3023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834973-0951-9755-28DC-CC8ACA537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59" y="3629890"/>
            <a:ext cx="5435694" cy="312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84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ED3541-BCD1-1984-4D8F-77A15856A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8" y="218755"/>
            <a:ext cx="5196358" cy="3594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35B178-305E-DC66-5C49-29E4177A5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324224"/>
            <a:ext cx="5912837" cy="3367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E77E1-B77C-95AB-12CA-EE52E85C9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322" y="218755"/>
            <a:ext cx="5234010" cy="310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12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D4A4E7-1A53-185C-8638-B8C77B3BC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52" y="228600"/>
            <a:ext cx="5391623" cy="3188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97B15-8223-F7E9-9619-4E81CA746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601" y="2807567"/>
            <a:ext cx="5391622" cy="3660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B6D84C-41EE-DDF2-51B7-F1E390CC3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7" y="3440625"/>
            <a:ext cx="5493549" cy="32245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2C3C31-271C-1A7D-4B77-6CA2A5EE3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192" y="130668"/>
            <a:ext cx="5052755" cy="288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43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7690-E3CA-39B7-B27E-8F7D5D74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Evaluation metrics, and what each adds</a:t>
            </a:r>
            <a:br>
              <a:rPr lang="en-GB" b="1"/>
            </a:b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B51DD-5A26-6498-998F-355C117C5341}"/>
              </a:ext>
            </a:extLst>
          </p:cNvPr>
          <p:cNvSpPr txBox="1"/>
          <p:nvPr/>
        </p:nvSpPr>
        <p:spPr>
          <a:xfrm>
            <a:off x="838200" y="1261872"/>
            <a:ext cx="1043635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Accuracy</a:t>
            </a:r>
            <a:r>
              <a:rPr lang="en-GB" sz="1400"/>
              <a:t> — the fraction of cases predicted correctly. Intuitive, but inflated when one class dominates, so it is read against its baseline.</a:t>
            </a:r>
          </a:p>
          <a:p>
            <a:r>
              <a:rPr lang="en-GB" sz="1400" b="1"/>
              <a:t>Baseline accuracy</a:t>
            </a:r>
            <a:r>
              <a:rPr lang="en-GB" sz="1400"/>
              <a:t> — the accuracy of always predicting the most common class. It sets the floor; accuracy only signals skill to the extent it clears this line.</a:t>
            </a:r>
          </a:p>
          <a:p>
            <a:r>
              <a:rPr lang="en-GB" sz="1400" b="1"/>
              <a:t>Macro-F1</a:t>
            </a:r>
            <a:r>
              <a:rPr lang="en-GB" sz="1400"/>
              <a:t> — the unweighted mean of per-class F1. It counts every class equally, so performance on rare classes cannot be hidden by the common ones; it is the headline metric for the multiclass models.</a:t>
            </a:r>
          </a:p>
          <a:p>
            <a:r>
              <a:rPr lang="en-GB" sz="1400" b="1"/>
              <a:t>Weighted-F1</a:t>
            </a:r>
            <a:r>
              <a:rPr lang="en-GB" sz="1400"/>
              <a:t> — F1 averaged by class frequency. It summarises typical-case performance and sits closer to accuracy, complementing macro-F1's focus on rare classes.</a:t>
            </a:r>
          </a:p>
          <a:p>
            <a:r>
              <a:rPr lang="en-GB" sz="1400" b="1"/>
              <a:t>Cohen's kappa</a:t>
            </a:r>
            <a:r>
              <a:rPr lang="en-GB" sz="1400"/>
              <a:t> — agreement corrected for chance. It discounts the share of correct predictions expected from guessing with the class frequencies, guarding against scores that look high only because of imbalance.</a:t>
            </a:r>
          </a:p>
          <a:p>
            <a:r>
              <a:rPr lang="en-GB" sz="1400" b="1"/>
              <a:t>ROC-AUC</a:t>
            </a:r>
            <a:r>
              <a:rPr lang="en-GB" sz="1400"/>
              <a:t> (binary escalation model) — the probability the model ranks a random positive above a random negative, across all thresholds. It measures separability independently of the chosen cut-off.</a:t>
            </a:r>
          </a:p>
          <a:p>
            <a:r>
              <a:rPr lang="en-GB" sz="1400" b="1"/>
              <a:t>PR-AUC</a:t>
            </a:r>
            <a:r>
              <a:rPr lang="en-GB" sz="1400"/>
              <a:t> (average precision) — the precision/recall trade-off, focused on the positive class. For a rare event such as escalation it is the more honest summary than ROC-AUC, which heavy negatives can flatter.</a:t>
            </a:r>
          </a:p>
          <a:p>
            <a:r>
              <a:rPr lang="en-GB" sz="1400" b="1"/>
              <a:t>Baseline PR-AUC</a:t>
            </a:r>
            <a:r>
              <a:rPr lang="en-GB" sz="1400"/>
              <a:t> — the positive-class prevalence on the test set, i.e. the score a no-skill model would reach. It is the reference PR-AUC must beat (escalation: 0.734 against a 0.07 baseline).</a:t>
            </a:r>
          </a:p>
          <a:p>
            <a:r>
              <a:rPr lang="en-GB" sz="1400" b="1"/>
              <a:t>Operating-point metrics</a:t>
            </a:r>
            <a:r>
              <a:rPr lang="en-GB" sz="1400"/>
              <a:t> — recall and precision of the positive class at the deployed threshold. These describe behaviour in use rather than across all thresholds (escalation is tuned to catch at least 80% of escalations).</a:t>
            </a:r>
          </a:p>
          <a:p>
            <a:r>
              <a:rPr lang="en-GB" sz="1400" b="1"/>
              <a:t>Signature metrics</a:t>
            </a:r>
            <a:r>
              <a:rPr lang="en-GB" sz="1400"/>
              <a:t> — one task-specific measure per model: </a:t>
            </a:r>
            <a:r>
              <a:rPr lang="en-GB" sz="1400" i="1"/>
              <a:t>within-1 accuracy</a:t>
            </a:r>
            <a:r>
              <a:rPr lang="en-GB" sz="1400"/>
              <a:t> for the ordinal priority models, the </a:t>
            </a:r>
            <a:r>
              <a:rPr lang="en-GB" sz="1400" i="1"/>
              <a:t>flag rate</a:t>
            </a:r>
            <a:r>
              <a:rPr lang="en-GB" sz="1400"/>
              <a:t> for the review model, and the </a:t>
            </a:r>
            <a:r>
              <a:rPr lang="en-GB" sz="1400" i="1"/>
              <a:t>needs-review rate</a:t>
            </a:r>
            <a:r>
              <a:rPr lang="en-GB" sz="1400"/>
              <a:t> for routing. Each reports the quantity the model is actually used for.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3180681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472E-E149-4115-633A-0A9F9D5F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Frontline Agent</a:t>
            </a:r>
            <a:br>
              <a:rPr lang="en-GB" b="1"/>
            </a:b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F7ED6-8546-EDAB-1E25-6284797CEE99}"/>
              </a:ext>
            </a:extLst>
          </p:cNvPr>
          <p:cNvSpPr txBox="1"/>
          <p:nvPr/>
        </p:nvSpPr>
        <p:spPr>
          <a:xfrm>
            <a:off x="1024128" y="1517904"/>
            <a:ext cx="103296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Goal:</a:t>
            </a:r>
            <a:r>
              <a:rPr lang="en-GB" sz="1400"/>
              <a:t> turn a new case into an action in one glance, without reading the whole history.</a:t>
            </a:r>
          </a:p>
          <a:p>
            <a:r>
              <a:rPr lang="en-GB" sz="1400"/>
              <a:t>For a pasted case summary (plus a few intake fields) the tool returns:</a:t>
            </a:r>
          </a:p>
          <a:p>
            <a:endParaRPr lang="en-GB" sz="14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b="1"/>
              <a:t>Case type</a:t>
            </a:r>
            <a:r>
              <a:rPr lang="en-GB" sz="1400"/>
              <a:t> and </a:t>
            </a:r>
            <a:r>
              <a:rPr lang="en-GB" sz="1400" b="1"/>
              <a:t>category</a:t>
            </a:r>
            <a:r>
              <a:rPr lang="en-GB" sz="1400"/>
              <a:t> (text models on the summary).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b="1"/>
              <a:t>Priority</a:t>
            </a:r>
            <a:r>
              <a:rPr lang="en-GB" sz="1400"/>
              <a:t>, two ways: a direct estimate, and a </a:t>
            </a:r>
            <a:r>
              <a:rPr lang="en-GB" sz="1400" i="1"/>
              <a:t>review check</a:t>
            </a:r>
            <a:r>
              <a:rPr lang="en-GB" sz="1400"/>
              <a:t> that flags when the agent's own priority is far from the estimate.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b="1"/>
              <a:t>Suggested route</a:t>
            </a:r>
            <a:r>
              <a:rPr lang="en-GB" sz="1400"/>
              <a:t> (team), with a </a:t>
            </a:r>
            <a:r>
              <a:rPr lang="en-GB" sz="1400" i="1"/>
              <a:t>needs human review</a:t>
            </a:r>
            <a:r>
              <a:rPr lang="en-GB" sz="1400"/>
              <a:t> flag on low-confidence calls.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b="1"/>
              <a:t>Escalation risk</a:t>
            </a:r>
            <a:r>
              <a:rPr lang="en-GB" sz="1400"/>
              <a:t>, with a plain-language </a:t>
            </a:r>
            <a:r>
              <a:rPr lang="en-GB" sz="1400" b="1"/>
              <a:t>Why</a:t>
            </a:r>
            <a:r>
              <a:rPr lang="en-GB" sz="140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b="1"/>
              <a:t>Suggested tags</a:t>
            </a:r>
            <a:r>
              <a:rPr lang="en-GB" sz="1400"/>
              <a:t> (a workflow aid) and the most </a:t>
            </a:r>
            <a:r>
              <a:rPr lang="en-GB" sz="1400" b="1"/>
              <a:t>similar past cases</a:t>
            </a:r>
            <a:r>
              <a:rPr lang="en-GB" sz="1400"/>
              <a:t> with how they were resolved.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Everything shown is explained, and the agent always makes the final call.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88874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Hackathlon Presentation</vt:lpstr>
      <vt:lpstr>Problem Statement</vt:lpstr>
      <vt:lpstr>PowerPoint Presentation</vt:lpstr>
      <vt:lpstr>Priya's journey</vt:lpstr>
      <vt:lpstr>PowerPoint Presentation</vt:lpstr>
      <vt:lpstr>Data Preparation</vt:lpstr>
      <vt:lpstr>The modelling discipline</vt:lpstr>
      <vt:lpstr>Model 1: Case Type Classification Model</vt:lpstr>
      <vt:lpstr>Model 2 :Category Prediction Model</vt:lpstr>
      <vt:lpstr>Model 3: Priority</vt:lpstr>
      <vt:lpstr>Model 3b: Priority (Review)</vt:lpstr>
      <vt:lpstr>Model 4: Escalation Risk</vt:lpstr>
      <vt:lpstr>Model 5: Suggested Route</vt:lpstr>
      <vt:lpstr>Model 6: Smart Resolution Recommendation</vt:lpstr>
      <vt:lpstr>PowerPoint Presentation</vt:lpstr>
      <vt:lpstr>Appendix- Exploratory Data Analysis</vt:lpstr>
      <vt:lpstr>PowerPoint Presentation</vt:lpstr>
      <vt:lpstr>PowerPoint Presentation</vt:lpstr>
      <vt:lpstr>PowerPoint Presentation</vt:lpstr>
      <vt:lpstr>PowerPoint Presentation</vt:lpstr>
      <vt:lpstr>Evaluation metrics, and what each adds </vt:lpstr>
      <vt:lpstr>Frontline Agent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Katsara, Annita : BUK CDAO</dc:creator>
  <cp:revision>1</cp:revision>
  <dcterms:created xsi:type="dcterms:W3CDTF">2026-10-27T11:10:08Z</dcterms:created>
  <dcterms:modified xsi:type="dcterms:W3CDTF">2026-10-28T16:01:23Z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09883c2-c98e-47bb-9665-f01ec16099d6_Enabled">
    <vt:lpwstr>true</vt:lpwstr>
  </property>
  <property fmtid="{D5CDD505-2E9C-101B-9397-08002B2CF9AE}" pid="3" name="MSIP_Label_809883c2-c98e-47bb-9665-f01ec16099d6_SetDate">
    <vt:lpwstr>2026-10-27T11:10:08Z</vt:lpwstr>
  </property>
  <property fmtid="{D5CDD505-2E9C-101B-9397-08002B2CF9AE}" pid="4" name="MSIP_Label_809883c2-c98e-47bb-9665-f01ec16099d6_Method">
    <vt:lpwstr>Privileged</vt:lpwstr>
  </property>
  <property fmtid="{D5CDD505-2E9C-101B-9397-08002B2CF9AE}" pid="5" name="MSIP_Label_809883c2-c98e-47bb-9665-f01ec16099d6_Name">
    <vt:lpwstr>Restricted - External</vt:lpwstr>
  </property>
  <property fmtid="{D5CDD505-2E9C-101B-9397-08002B2CF9AE}" pid="6" name="MSIP_Label_809883c2-c98e-47bb-9665-f01ec16099d6_SiteId">
    <vt:lpwstr>c4b62f1d-01e0-4107-a0cc-5ac886858b23</vt:lpwstr>
  </property>
  <property fmtid="{D5CDD505-2E9C-101B-9397-08002B2CF9AE}" pid="7" name="MSIP_Label_809883c2-c98e-47bb-9665-f01ec16099d6_ActionId">
    <vt:lpwstr>5ff14df9-6c18-40c7-9022-4652ec383603</vt:lpwstr>
  </property>
  <property fmtid="{D5CDD505-2E9C-101B-9397-08002B2CF9AE}" pid="8" name="MSIP_Label_809883c2-c98e-47bb-9665-f01ec16099d6_ContentBits">
    <vt:lpwstr>2</vt:lpwstr>
  </property>
  <property fmtid="{D5CDD505-2E9C-101B-9397-08002B2CF9AE}" pid="9" name="MSIP_Label_809883c2-c98e-47bb-9665-f01ec16099d6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Restricted - External</vt:lpwstr>
  </property>
</Properties>
</file>